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3FD682-2B83-486F-ADC5-3D4063D6FB71}" v="530" dt="2026-09-10T13:30:58.1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C704DD-76F8-48F0-8B3A-C812B05668EA}" type="doc">
      <dgm:prSet loTypeId="urn:microsoft.com/office/officeart/2016/7/layout/BasicLinearProcessNumbered" loCatId="process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01B19C7-BF87-49FA-9CE3-0A79A860ADDE}">
      <dgm:prSet/>
      <dgm:spPr/>
      <dgm:t>
        <a:bodyPr/>
        <a:lstStyle/>
        <a:p>
          <a:r>
            <a:rPr lang="en-US"/>
            <a:t>Manage books </a:t>
          </a:r>
        </a:p>
      </dgm:t>
    </dgm:pt>
    <dgm:pt modelId="{1E8D960E-7EC1-4ED0-A930-927A3C39E53A}" type="parTrans" cxnId="{8C90696F-BAC3-44C6-B190-223D1D590D0F}">
      <dgm:prSet/>
      <dgm:spPr/>
      <dgm:t>
        <a:bodyPr/>
        <a:lstStyle/>
        <a:p>
          <a:endParaRPr lang="en-US"/>
        </a:p>
      </dgm:t>
    </dgm:pt>
    <dgm:pt modelId="{7F816D98-AA73-4F3C-B8B3-E471C6C888AB}" type="sibTrans" cxnId="{8C90696F-BAC3-44C6-B190-223D1D590D0F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C980E4DE-4D86-46E4-8AAD-4A4C9F10200C}">
      <dgm:prSet/>
      <dgm:spPr/>
      <dgm:t>
        <a:bodyPr/>
        <a:lstStyle/>
        <a:p>
          <a:r>
            <a:rPr lang="en-US"/>
            <a:t>Search books </a:t>
          </a:r>
        </a:p>
      </dgm:t>
    </dgm:pt>
    <dgm:pt modelId="{E72CC0EE-3A6C-4B8B-B815-DB489CE5DD35}" type="parTrans" cxnId="{833C6A70-1292-4766-9418-3225F19B7D4F}">
      <dgm:prSet/>
      <dgm:spPr/>
      <dgm:t>
        <a:bodyPr/>
        <a:lstStyle/>
        <a:p>
          <a:endParaRPr lang="en-US"/>
        </a:p>
      </dgm:t>
    </dgm:pt>
    <dgm:pt modelId="{B7EEB605-1F53-44F4-B808-033FB4637DA8}" type="sibTrans" cxnId="{833C6A70-1292-4766-9418-3225F19B7D4F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1982440A-0918-4892-93F3-6BF697FA8B29}">
      <dgm:prSet/>
      <dgm:spPr/>
      <dgm:t>
        <a:bodyPr/>
        <a:lstStyle/>
        <a:p>
          <a:r>
            <a:rPr lang="en-US"/>
            <a:t>Issue books </a:t>
          </a:r>
        </a:p>
      </dgm:t>
    </dgm:pt>
    <dgm:pt modelId="{9B67E9E2-C2D4-4C08-8CE0-34C236E3F810}" type="parTrans" cxnId="{FF2BB414-7B0D-4708-B77E-F103F66E6128}">
      <dgm:prSet/>
      <dgm:spPr/>
      <dgm:t>
        <a:bodyPr/>
        <a:lstStyle/>
        <a:p>
          <a:endParaRPr lang="en-US"/>
        </a:p>
      </dgm:t>
    </dgm:pt>
    <dgm:pt modelId="{B167E74C-81E8-48C5-A9E9-5DD97199E7A6}" type="sibTrans" cxnId="{FF2BB414-7B0D-4708-B77E-F103F66E6128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D471D805-034E-48FD-B471-7F3F72695397}">
      <dgm:prSet/>
      <dgm:spPr/>
      <dgm:t>
        <a:bodyPr/>
        <a:lstStyle/>
        <a:p>
          <a:r>
            <a:rPr lang="en-US"/>
            <a:t>Return books </a:t>
          </a:r>
        </a:p>
      </dgm:t>
    </dgm:pt>
    <dgm:pt modelId="{ED1AB832-41E0-467F-9C81-C07442DC5EDA}" type="parTrans" cxnId="{B05BFC9F-8162-4B9B-AEFC-DBE567F0369E}">
      <dgm:prSet/>
      <dgm:spPr/>
      <dgm:t>
        <a:bodyPr/>
        <a:lstStyle/>
        <a:p>
          <a:endParaRPr lang="en-US"/>
        </a:p>
      </dgm:t>
    </dgm:pt>
    <dgm:pt modelId="{43B03065-07B3-4BB6-A173-2274F54B8045}" type="sibTrans" cxnId="{B05BFC9F-8162-4B9B-AEFC-DBE567F0369E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86DB967C-891F-4491-825C-222D84668C67}">
      <dgm:prSet/>
      <dgm:spPr/>
      <dgm:t>
        <a:bodyPr/>
        <a:lstStyle/>
        <a:p>
          <a:r>
            <a:rPr lang="en-US"/>
            <a:t>Calculate fines </a:t>
          </a:r>
        </a:p>
      </dgm:t>
    </dgm:pt>
    <dgm:pt modelId="{05DBF9B4-C869-496B-A940-B033A9570E71}" type="parTrans" cxnId="{D4B9ACB4-4197-43F4-AEA3-9512987F2D71}">
      <dgm:prSet/>
      <dgm:spPr/>
      <dgm:t>
        <a:bodyPr/>
        <a:lstStyle/>
        <a:p>
          <a:endParaRPr lang="en-US"/>
        </a:p>
      </dgm:t>
    </dgm:pt>
    <dgm:pt modelId="{98DF1A68-0084-4DA4-AF2B-7CC53E10F106}" type="sibTrans" cxnId="{D4B9ACB4-4197-43F4-AEA3-9512987F2D71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BCACC7D6-698D-435A-8600-8447881322EE}">
      <dgm:prSet/>
      <dgm:spPr/>
      <dgm:t>
        <a:bodyPr/>
        <a:lstStyle/>
        <a:p>
          <a:r>
            <a:rPr lang="en-US"/>
            <a:t>Save and load data </a:t>
          </a:r>
        </a:p>
      </dgm:t>
    </dgm:pt>
    <dgm:pt modelId="{D675DE09-86A0-4E01-B96D-D03365724061}" type="parTrans" cxnId="{54FCB89B-5D88-4392-89F9-EF81B3AD8DE1}">
      <dgm:prSet/>
      <dgm:spPr/>
      <dgm:t>
        <a:bodyPr/>
        <a:lstStyle/>
        <a:p>
          <a:endParaRPr lang="en-US"/>
        </a:p>
      </dgm:t>
    </dgm:pt>
    <dgm:pt modelId="{0F25DC8C-0096-4C9D-AF92-65514743F35E}" type="sibTrans" cxnId="{54FCB89B-5D88-4392-89F9-EF81B3AD8DE1}">
      <dgm:prSet phldrT="6" phldr="0"/>
      <dgm:spPr/>
      <dgm:t>
        <a:bodyPr/>
        <a:lstStyle/>
        <a:p>
          <a:r>
            <a:rPr lang="en-US"/>
            <a:t>6</a:t>
          </a:r>
        </a:p>
      </dgm:t>
    </dgm:pt>
    <dgm:pt modelId="{D9ACE86F-F4CC-43F8-B6C2-14FD84E2241C}">
      <dgm:prSet/>
      <dgm:spPr/>
      <dgm:t>
        <a:bodyPr/>
        <a:lstStyle/>
        <a:p>
          <a:r>
            <a:rPr lang="en-US"/>
            <a:t>Demonstrate Python concepts</a:t>
          </a:r>
        </a:p>
      </dgm:t>
    </dgm:pt>
    <dgm:pt modelId="{3240FFB8-D4A1-4D5A-818A-B3907B5E7818}" type="parTrans" cxnId="{4D874F63-AC27-4A35-B79B-B8D3E6A11396}">
      <dgm:prSet/>
      <dgm:spPr/>
      <dgm:t>
        <a:bodyPr/>
        <a:lstStyle/>
        <a:p>
          <a:endParaRPr lang="en-US"/>
        </a:p>
      </dgm:t>
    </dgm:pt>
    <dgm:pt modelId="{CA6067DB-A09A-47A0-8007-86CC3CF51E76}" type="sibTrans" cxnId="{4D874F63-AC27-4A35-B79B-B8D3E6A11396}">
      <dgm:prSet phldrT="7" phldr="0"/>
      <dgm:spPr/>
      <dgm:t>
        <a:bodyPr/>
        <a:lstStyle/>
        <a:p>
          <a:r>
            <a:rPr lang="en-US"/>
            <a:t>7</a:t>
          </a:r>
        </a:p>
      </dgm:t>
    </dgm:pt>
    <dgm:pt modelId="{7DB49D04-A30E-4B4A-8F05-106F0A92AE60}" type="pres">
      <dgm:prSet presAssocID="{C3C704DD-76F8-48F0-8B3A-C812B05668EA}" presName="Name0" presStyleCnt="0">
        <dgm:presLayoutVars>
          <dgm:animLvl val="lvl"/>
          <dgm:resizeHandles val="exact"/>
        </dgm:presLayoutVars>
      </dgm:prSet>
      <dgm:spPr/>
    </dgm:pt>
    <dgm:pt modelId="{397A403F-71F1-41E6-A93E-5F1F96892EA5}" type="pres">
      <dgm:prSet presAssocID="{301B19C7-BF87-49FA-9CE3-0A79A860ADDE}" presName="compositeNode" presStyleCnt="0">
        <dgm:presLayoutVars>
          <dgm:bulletEnabled val="1"/>
        </dgm:presLayoutVars>
      </dgm:prSet>
      <dgm:spPr/>
    </dgm:pt>
    <dgm:pt modelId="{35EC96D3-A839-4009-BD14-4DA12036D441}" type="pres">
      <dgm:prSet presAssocID="{301B19C7-BF87-49FA-9CE3-0A79A860ADDE}" presName="bgRect" presStyleLbl="bgAccFollowNode1" presStyleIdx="0" presStyleCnt="7"/>
      <dgm:spPr/>
    </dgm:pt>
    <dgm:pt modelId="{39A5FCC3-8ED0-4578-8B74-43AA61082084}" type="pres">
      <dgm:prSet presAssocID="{7F816D98-AA73-4F3C-B8B3-E471C6C888AB}" presName="sibTransNodeCircle" presStyleLbl="alignNode1" presStyleIdx="0" presStyleCnt="14">
        <dgm:presLayoutVars>
          <dgm:chMax val="0"/>
          <dgm:bulletEnabled/>
        </dgm:presLayoutVars>
      </dgm:prSet>
      <dgm:spPr/>
    </dgm:pt>
    <dgm:pt modelId="{0036CF8C-AF78-40D4-B29F-04B3727F7101}" type="pres">
      <dgm:prSet presAssocID="{301B19C7-BF87-49FA-9CE3-0A79A860ADDE}" presName="bottomLine" presStyleLbl="alignNode1" presStyleIdx="1" presStyleCnt="14">
        <dgm:presLayoutVars/>
      </dgm:prSet>
      <dgm:spPr/>
    </dgm:pt>
    <dgm:pt modelId="{8106E77E-7CD1-4FCA-87DD-C138AF57BF1B}" type="pres">
      <dgm:prSet presAssocID="{301B19C7-BF87-49FA-9CE3-0A79A860ADDE}" presName="nodeText" presStyleLbl="bgAccFollowNode1" presStyleIdx="0" presStyleCnt="7">
        <dgm:presLayoutVars>
          <dgm:bulletEnabled val="1"/>
        </dgm:presLayoutVars>
      </dgm:prSet>
      <dgm:spPr/>
    </dgm:pt>
    <dgm:pt modelId="{3148E7D2-CA42-42A8-B196-49B09CC298F8}" type="pres">
      <dgm:prSet presAssocID="{7F816D98-AA73-4F3C-B8B3-E471C6C888AB}" presName="sibTrans" presStyleCnt="0"/>
      <dgm:spPr/>
    </dgm:pt>
    <dgm:pt modelId="{63D123CD-FE6E-4660-8F92-A1F87106B62A}" type="pres">
      <dgm:prSet presAssocID="{C980E4DE-4D86-46E4-8AAD-4A4C9F10200C}" presName="compositeNode" presStyleCnt="0">
        <dgm:presLayoutVars>
          <dgm:bulletEnabled val="1"/>
        </dgm:presLayoutVars>
      </dgm:prSet>
      <dgm:spPr/>
    </dgm:pt>
    <dgm:pt modelId="{830E30B3-AC30-4FF2-BBDE-C3C2B597F832}" type="pres">
      <dgm:prSet presAssocID="{C980E4DE-4D86-46E4-8AAD-4A4C9F10200C}" presName="bgRect" presStyleLbl="bgAccFollowNode1" presStyleIdx="1" presStyleCnt="7"/>
      <dgm:spPr/>
    </dgm:pt>
    <dgm:pt modelId="{1BD8F76D-D1CE-44B2-9902-952BCFC99D7B}" type="pres">
      <dgm:prSet presAssocID="{B7EEB605-1F53-44F4-B808-033FB4637DA8}" presName="sibTransNodeCircle" presStyleLbl="alignNode1" presStyleIdx="2" presStyleCnt="14">
        <dgm:presLayoutVars>
          <dgm:chMax val="0"/>
          <dgm:bulletEnabled/>
        </dgm:presLayoutVars>
      </dgm:prSet>
      <dgm:spPr/>
    </dgm:pt>
    <dgm:pt modelId="{798F3B3F-A375-49F3-A4C8-7C52844A31C5}" type="pres">
      <dgm:prSet presAssocID="{C980E4DE-4D86-46E4-8AAD-4A4C9F10200C}" presName="bottomLine" presStyleLbl="alignNode1" presStyleIdx="3" presStyleCnt="14">
        <dgm:presLayoutVars/>
      </dgm:prSet>
      <dgm:spPr/>
    </dgm:pt>
    <dgm:pt modelId="{217F9067-9876-4A7B-8426-841CD27C46BE}" type="pres">
      <dgm:prSet presAssocID="{C980E4DE-4D86-46E4-8AAD-4A4C9F10200C}" presName="nodeText" presStyleLbl="bgAccFollowNode1" presStyleIdx="1" presStyleCnt="7">
        <dgm:presLayoutVars>
          <dgm:bulletEnabled val="1"/>
        </dgm:presLayoutVars>
      </dgm:prSet>
      <dgm:spPr/>
    </dgm:pt>
    <dgm:pt modelId="{95F4E4E9-54EC-4131-8F34-CAEBAEADD9E3}" type="pres">
      <dgm:prSet presAssocID="{B7EEB605-1F53-44F4-B808-033FB4637DA8}" presName="sibTrans" presStyleCnt="0"/>
      <dgm:spPr/>
    </dgm:pt>
    <dgm:pt modelId="{47289B42-7D81-4BAB-BBC9-6501118BB8B1}" type="pres">
      <dgm:prSet presAssocID="{1982440A-0918-4892-93F3-6BF697FA8B29}" presName="compositeNode" presStyleCnt="0">
        <dgm:presLayoutVars>
          <dgm:bulletEnabled val="1"/>
        </dgm:presLayoutVars>
      </dgm:prSet>
      <dgm:spPr/>
    </dgm:pt>
    <dgm:pt modelId="{5DB49EB6-5233-4D49-8C7F-ACA37091489F}" type="pres">
      <dgm:prSet presAssocID="{1982440A-0918-4892-93F3-6BF697FA8B29}" presName="bgRect" presStyleLbl="bgAccFollowNode1" presStyleIdx="2" presStyleCnt="7"/>
      <dgm:spPr/>
    </dgm:pt>
    <dgm:pt modelId="{4FBD48C6-3151-4F16-90F6-6F8C1F4A57A5}" type="pres">
      <dgm:prSet presAssocID="{B167E74C-81E8-48C5-A9E9-5DD97199E7A6}" presName="sibTransNodeCircle" presStyleLbl="alignNode1" presStyleIdx="4" presStyleCnt="14">
        <dgm:presLayoutVars>
          <dgm:chMax val="0"/>
          <dgm:bulletEnabled/>
        </dgm:presLayoutVars>
      </dgm:prSet>
      <dgm:spPr/>
    </dgm:pt>
    <dgm:pt modelId="{DEF879AD-5B94-4455-8A5A-68C733A8E2EA}" type="pres">
      <dgm:prSet presAssocID="{1982440A-0918-4892-93F3-6BF697FA8B29}" presName="bottomLine" presStyleLbl="alignNode1" presStyleIdx="5" presStyleCnt="14">
        <dgm:presLayoutVars/>
      </dgm:prSet>
      <dgm:spPr/>
    </dgm:pt>
    <dgm:pt modelId="{E020F1B6-4951-4685-887D-C0B318F8AA93}" type="pres">
      <dgm:prSet presAssocID="{1982440A-0918-4892-93F3-6BF697FA8B29}" presName="nodeText" presStyleLbl="bgAccFollowNode1" presStyleIdx="2" presStyleCnt="7">
        <dgm:presLayoutVars>
          <dgm:bulletEnabled val="1"/>
        </dgm:presLayoutVars>
      </dgm:prSet>
      <dgm:spPr/>
    </dgm:pt>
    <dgm:pt modelId="{ADEFBEA6-AC56-4D2F-B4FA-0CD5F2391B48}" type="pres">
      <dgm:prSet presAssocID="{B167E74C-81E8-48C5-A9E9-5DD97199E7A6}" presName="sibTrans" presStyleCnt="0"/>
      <dgm:spPr/>
    </dgm:pt>
    <dgm:pt modelId="{F3154734-96B8-427C-BDA6-6FEA786AA315}" type="pres">
      <dgm:prSet presAssocID="{D471D805-034E-48FD-B471-7F3F72695397}" presName="compositeNode" presStyleCnt="0">
        <dgm:presLayoutVars>
          <dgm:bulletEnabled val="1"/>
        </dgm:presLayoutVars>
      </dgm:prSet>
      <dgm:spPr/>
    </dgm:pt>
    <dgm:pt modelId="{AF98DAD7-268B-43F3-BA1A-18338629EE8D}" type="pres">
      <dgm:prSet presAssocID="{D471D805-034E-48FD-B471-7F3F72695397}" presName="bgRect" presStyleLbl="bgAccFollowNode1" presStyleIdx="3" presStyleCnt="7"/>
      <dgm:spPr/>
    </dgm:pt>
    <dgm:pt modelId="{A3CA9262-7244-4817-82B8-8DA19F3A2FD7}" type="pres">
      <dgm:prSet presAssocID="{43B03065-07B3-4BB6-A173-2274F54B8045}" presName="sibTransNodeCircle" presStyleLbl="alignNode1" presStyleIdx="6" presStyleCnt="14">
        <dgm:presLayoutVars>
          <dgm:chMax val="0"/>
          <dgm:bulletEnabled/>
        </dgm:presLayoutVars>
      </dgm:prSet>
      <dgm:spPr/>
    </dgm:pt>
    <dgm:pt modelId="{717C0261-5251-4FBC-A9D2-2D078144B746}" type="pres">
      <dgm:prSet presAssocID="{D471D805-034E-48FD-B471-7F3F72695397}" presName="bottomLine" presStyleLbl="alignNode1" presStyleIdx="7" presStyleCnt="14">
        <dgm:presLayoutVars/>
      </dgm:prSet>
      <dgm:spPr/>
    </dgm:pt>
    <dgm:pt modelId="{380403F1-C6F2-4294-94AA-777C73A25B31}" type="pres">
      <dgm:prSet presAssocID="{D471D805-034E-48FD-B471-7F3F72695397}" presName="nodeText" presStyleLbl="bgAccFollowNode1" presStyleIdx="3" presStyleCnt="7">
        <dgm:presLayoutVars>
          <dgm:bulletEnabled val="1"/>
        </dgm:presLayoutVars>
      </dgm:prSet>
      <dgm:spPr/>
    </dgm:pt>
    <dgm:pt modelId="{6728F795-0C96-4B12-AA09-F982D74F986E}" type="pres">
      <dgm:prSet presAssocID="{43B03065-07B3-4BB6-A173-2274F54B8045}" presName="sibTrans" presStyleCnt="0"/>
      <dgm:spPr/>
    </dgm:pt>
    <dgm:pt modelId="{29D93039-4E98-4A34-89D0-DAD4BAF49DA6}" type="pres">
      <dgm:prSet presAssocID="{86DB967C-891F-4491-825C-222D84668C67}" presName="compositeNode" presStyleCnt="0">
        <dgm:presLayoutVars>
          <dgm:bulletEnabled val="1"/>
        </dgm:presLayoutVars>
      </dgm:prSet>
      <dgm:spPr/>
    </dgm:pt>
    <dgm:pt modelId="{3A55ECB8-D9BE-4341-AB70-A6C54AF69B78}" type="pres">
      <dgm:prSet presAssocID="{86DB967C-891F-4491-825C-222D84668C67}" presName="bgRect" presStyleLbl="bgAccFollowNode1" presStyleIdx="4" presStyleCnt="7"/>
      <dgm:spPr/>
    </dgm:pt>
    <dgm:pt modelId="{DFE8BD44-EFD0-46C5-8196-28D3CCC54A7A}" type="pres">
      <dgm:prSet presAssocID="{98DF1A68-0084-4DA4-AF2B-7CC53E10F106}" presName="sibTransNodeCircle" presStyleLbl="alignNode1" presStyleIdx="8" presStyleCnt="14">
        <dgm:presLayoutVars>
          <dgm:chMax val="0"/>
          <dgm:bulletEnabled/>
        </dgm:presLayoutVars>
      </dgm:prSet>
      <dgm:spPr/>
    </dgm:pt>
    <dgm:pt modelId="{CED26E30-55F1-4943-B2ED-C3A99CC4CDF6}" type="pres">
      <dgm:prSet presAssocID="{86DB967C-891F-4491-825C-222D84668C67}" presName="bottomLine" presStyleLbl="alignNode1" presStyleIdx="9" presStyleCnt="14">
        <dgm:presLayoutVars/>
      </dgm:prSet>
      <dgm:spPr/>
    </dgm:pt>
    <dgm:pt modelId="{EF918979-BE88-404B-8602-0E82AA75A9DB}" type="pres">
      <dgm:prSet presAssocID="{86DB967C-891F-4491-825C-222D84668C67}" presName="nodeText" presStyleLbl="bgAccFollowNode1" presStyleIdx="4" presStyleCnt="7">
        <dgm:presLayoutVars>
          <dgm:bulletEnabled val="1"/>
        </dgm:presLayoutVars>
      </dgm:prSet>
      <dgm:spPr/>
    </dgm:pt>
    <dgm:pt modelId="{53A648F9-4605-4E82-A927-12EA43ED1043}" type="pres">
      <dgm:prSet presAssocID="{98DF1A68-0084-4DA4-AF2B-7CC53E10F106}" presName="sibTrans" presStyleCnt="0"/>
      <dgm:spPr/>
    </dgm:pt>
    <dgm:pt modelId="{FEF5F3D7-BAE9-4328-9E24-40024DBC9831}" type="pres">
      <dgm:prSet presAssocID="{BCACC7D6-698D-435A-8600-8447881322EE}" presName="compositeNode" presStyleCnt="0">
        <dgm:presLayoutVars>
          <dgm:bulletEnabled val="1"/>
        </dgm:presLayoutVars>
      </dgm:prSet>
      <dgm:spPr/>
    </dgm:pt>
    <dgm:pt modelId="{EF7F40A0-F455-40C2-9C89-7F5F2744C2D8}" type="pres">
      <dgm:prSet presAssocID="{BCACC7D6-698D-435A-8600-8447881322EE}" presName="bgRect" presStyleLbl="bgAccFollowNode1" presStyleIdx="5" presStyleCnt="7"/>
      <dgm:spPr/>
    </dgm:pt>
    <dgm:pt modelId="{0BD1B232-6C9F-452A-AA05-811BFAC8D0B6}" type="pres">
      <dgm:prSet presAssocID="{0F25DC8C-0096-4C9D-AF92-65514743F35E}" presName="sibTransNodeCircle" presStyleLbl="alignNode1" presStyleIdx="10" presStyleCnt="14">
        <dgm:presLayoutVars>
          <dgm:chMax val="0"/>
          <dgm:bulletEnabled/>
        </dgm:presLayoutVars>
      </dgm:prSet>
      <dgm:spPr/>
    </dgm:pt>
    <dgm:pt modelId="{1E891686-FEC8-4652-BFCB-D3A7BB839BD5}" type="pres">
      <dgm:prSet presAssocID="{BCACC7D6-698D-435A-8600-8447881322EE}" presName="bottomLine" presStyleLbl="alignNode1" presStyleIdx="11" presStyleCnt="14">
        <dgm:presLayoutVars/>
      </dgm:prSet>
      <dgm:spPr/>
    </dgm:pt>
    <dgm:pt modelId="{4BE05E58-B318-450A-85CD-3FB7295566EF}" type="pres">
      <dgm:prSet presAssocID="{BCACC7D6-698D-435A-8600-8447881322EE}" presName="nodeText" presStyleLbl="bgAccFollowNode1" presStyleIdx="5" presStyleCnt="7">
        <dgm:presLayoutVars>
          <dgm:bulletEnabled val="1"/>
        </dgm:presLayoutVars>
      </dgm:prSet>
      <dgm:spPr/>
    </dgm:pt>
    <dgm:pt modelId="{CF8A2660-10DD-40FB-AD48-2A5AECD97AA5}" type="pres">
      <dgm:prSet presAssocID="{0F25DC8C-0096-4C9D-AF92-65514743F35E}" presName="sibTrans" presStyleCnt="0"/>
      <dgm:spPr/>
    </dgm:pt>
    <dgm:pt modelId="{31B33AE9-B6FD-4A8B-AE86-F40E1B4288E3}" type="pres">
      <dgm:prSet presAssocID="{D9ACE86F-F4CC-43F8-B6C2-14FD84E2241C}" presName="compositeNode" presStyleCnt="0">
        <dgm:presLayoutVars>
          <dgm:bulletEnabled val="1"/>
        </dgm:presLayoutVars>
      </dgm:prSet>
      <dgm:spPr/>
    </dgm:pt>
    <dgm:pt modelId="{F8784187-DC48-4883-BC13-565D622CD17C}" type="pres">
      <dgm:prSet presAssocID="{D9ACE86F-F4CC-43F8-B6C2-14FD84E2241C}" presName="bgRect" presStyleLbl="bgAccFollowNode1" presStyleIdx="6" presStyleCnt="7"/>
      <dgm:spPr/>
    </dgm:pt>
    <dgm:pt modelId="{9A82F12F-ABF3-44D1-8376-12318A5F2D70}" type="pres">
      <dgm:prSet presAssocID="{CA6067DB-A09A-47A0-8007-86CC3CF51E76}" presName="sibTransNodeCircle" presStyleLbl="alignNode1" presStyleIdx="12" presStyleCnt="14">
        <dgm:presLayoutVars>
          <dgm:chMax val="0"/>
          <dgm:bulletEnabled/>
        </dgm:presLayoutVars>
      </dgm:prSet>
      <dgm:spPr/>
    </dgm:pt>
    <dgm:pt modelId="{0989477D-8916-4929-8DE6-36FBA40B73AE}" type="pres">
      <dgm:prSet presAssocID="{D9ACE86F-F4CC-43F8-B6C2-14FD84E2241C}" presName="bottomLine" presStyleLbl="alignNode1" presStyleIdx="13" presStyleCnt="14">
        <dgm:presLayoutVars/>
      </dgm:prSet>
      <dgm:spPr/>
    </dgm:pt>
    <dgm:pt modelId="{1169740F-6E74-47B5-BC0D-47B9F17D0E9C}" type="pres">
      <dgm:prSet presAssocID="{D9ACE86F-F4CC-43F8-B6C2-14FD84E2241C}" presName="nodeText" presStyleLbl="bgAccFollowNode1" presStyleIdx="6" presStyleCnt="7">
        <dgm:presLayoutVars>
          <dgm:bulletEnabled val="1"/>
        </dgm:presLayoutVars>
      </dgm:prSet>
      <dgm:spPr/>
    </dgm:pt>
  </dgm:ptLst>
  <dgm:cxnLst>
    <dgm:cxn modelId="{FF2BB414-7B0D-4708-B77E-F103F66E6128}" srcId="{C3C704DD-76F8-48F0-8B3A-C812B05668EA}" destId="{1982440A-0918-4892-93F3-6BF697FA8B29}" srcOrd="2" destOrd="0" parTransId="{9B67E9E2-C2D4-4C08-8CE0-34C236E3F810}" sibTransId="{B167E74C-81E8-48C5-A9E9-5DD97199E7A6}"/>
    <dgm:cxn modelId="{1ACE9D20-D057-48E4-A345-541FDD080AB3}" type="presOf" srcId="{0F25DC8C-0096-4C9D-AF92-65514743F35E}" destId="{0BD1B232-6C9F-452A-AA05-811BFAC8D0B6}" srcOrd="0" destOrd="0" presId="urn:microsoft.com/office/officeart/2016/7/layout/BasicLinearProcessNumbered"/>
    <dgm:cxn modelId="{0A26DA32-5D4D-4147-8F4E-EF0D6BD0D74A}" type="presOf" srcId="{BCACC7D6-698D-435A-8600-8447881322EE}" destId="{4BE05E58-B318-450A-85CD-3FB7295566EF}" srcOrd="1" destOrd="0" presId="urn:microsoft.com/office/officeart/2016/7/layout/BasicLinearProcessNumbered"/>
    <dgm:cxn modelId="{32DDE041-141C-4959-BCAE-6FAAB41A3CB2}" type="presOf" srcId="{BCACC7D6-698D-435A-8600-8447881322EE}" destId="{EF7F40A0-F455-40C2-9C89-7F5F2744C2D8}" srcOrd="0" destOrd="0" presId="urn:microsoft.com/office/officeart/2016/7/layout/BasicLinearProcessNumbered"/>
    <dgm:cxn modelId="{4D874F63-AC27-4A35-B79B-B8D3E6A11396}" srcId="{C3C704DD-76F8-48F0-8B3A-C812B05668EA}" destId="{D9ACE86F-F4CC-43F8-B6C2-14FD84E2241C}" srcOrd="6" destOrd="0" parTransId="{3240FFB8-D4A1-4D5A-818A-B3907B5E7818}" sibTransId="{CA6067DB-A09A-47A0-8007-86CC3CF51E76}"/>
    <dgm:cxn modelId="{D3692344-364A-4A7A-A42A-23489BD7CCCF}" type="presOf" srcId="{D9ACE86F-F4CC-43F8-B6C2-14FD84E2241C}" destId="{F8784187-DC48-4883-BC13-565D622CD17C}" srcOrd="0" destOrd="0" presId="urn:microsoft.com/office/officeart/2016/7/layout/BasicLinearProcessNumbered"/>
    <dgm:cxn modelId="{BA323148-B912-4213-9438-6BCD556A298E}" type="presOf" srcId="{1982440A-0918-4892-93F3-6BF697FA8B29}" destId="{E020F1B6-4951-4685-887D-C0B318F8AA93}" srcOrd="1" destOrd="0" presId="urn:microsoft.com/office/officeart/2016/7/layout/BasicLinearProcessNumbered"/>
    <dgm:cxn modelId="{CEF62A4E-0493-482C-810B-6D204383DA4A}" type="presOf" srcId="{D471D805-034E-48FD-B471-7F3F72695397}" destId="{AF98DAD7-268B-43F3-BA1A-18338629EE8D}" srcOrd="0" destOrd="0" presId="urn:microsoft.com/office/officeart/2016/7/layout/BasicLinearProcessNumbered"/>
    <dgm:cxn modelId="{8C90696F-BAC3-44C6-B190-223D1D590D0F}" srcId="{C3C704DD-76F8-48F0-8B3A-C812B05668EA}" destId="{301B19C7-BF87-49FA-9CE3-0A79A860ADDE}" srcOrd="0" destOrd="0" parTransId="{1E8D960E-7EC1-4ED0-A930-927A3C39E53A}" sibTransId="{7F816D98-AA73-4F3C-B8B3-E471C6C888AB}"/>
    <dgm:cxn modelId="{833C6A70-1292-4766-9418-3225F19B7D4F}" srcId="{C3C704DD-76F8-48F0-8B3A-C812B05668EA}" destId="{C980E4DE-4D86-46E4-8AAD-4A4C9F10200C}" srcOrd="1" destOrd="0" parTransId="{E72CC0EE-3A6C-4B8B-B815-DB489CE5DD35}" sibTransId="{B7EEB605-1F53-44F4-B808-033FB4637DA8}"/>
    <dgm:cxn modelId="{657E7D76-CB91-4A52-B1DE-B36633DE87AF}" type="presOf" srcId="{B167E74C-81E8-48C5-A9E9-5DD97199E7A6}" destId="{4FBD48C6-3151-4F16-90F6-6F8C1F4A57A5}" srcOrd="0" destOrd="0" presId="urn:microsoft.com/office/officeart/2016/7/layout/BasicLinearProcessNumbered"/>
    <dgm:cxn modelId="{AD1B3281-79F9-41BF-B13C-5456611147BA}" type="presOf" srcId="{C3C704DD-76F8-48F0-8B3A-C812B05668EA}" destId="{7DB49D04-A30E-4B4A-8F05-106F0A92AE60}" srcOrd="0" destOrd="0" presId="urn:microsoft.com/office/officeart/2016/7/layout/BasicLinearProcessNumbered"/>
    <dgm:cxn modelId="{B0583288-968D-42B0-93CA-E65889C76680}" type="presOf" srcId="{C980E4DE-4D86-46E4-8AAD-4A4C9F10200C}" destId="{217F9067-9876-4A7B-8426-841CD27C46BE}" srcOrd="1" destOrd="0" presId="urn:microsoft.com/office/officeart/2016/7/layout/BasicLinearProcessNumbered"/>
    <dgm:cxn modelId="{2010378E-28DE-4FEF-8B8C-2EC428B9998F}" type="presOf" srcId="{98DF1A68-0084-4DA4-AF2B-7CC53E10F106}" destId="{DFE8BD44-EFD0-46C5-8196-28D3CCC54A7A}" srcOrd="0" destOrd="0" presId="urn:microsoft.com/office/officeart/2016/7/layout/BasicLinearProcessNumbered"/>
    <dgm:cxn modelId="{68390992-3EB7-4215-9EBC-9A818F5F5DE9}" type="presOf" srcId="{86DB967C-891F-4491-825C-222D84668C67}" destId="{3A55ECB8-D9BE-4341-AB70-A6C54AF69B78}" srcOrd="0" destOrd="0" presId="urn:microsoft.com/office/officeart/2016/7/layout/BasicLinearProcessNumbered"/>
    <dgm:cxn modelId="{95853297-3A11-48F1-BC9A-B1C0AEA1D584}" type="presOf" srcId="{C980E4DE-4D86-46E4-8AAD-4A4C9F10200C}" destId="{830E30B3-AC30-4FF2-BBDE-C3C2B597F832}" srcOrd="0" destOrd="0" presId="urn:microsoft.com/office/officeart/2016/7/layout/BasicLinearProcessNumbered"/>
    <dgm:cxn modelId="{54FCB89B-5D88-4392-89F9-EF81B3AD8DE1}" srcId="{C3C704DD-76F8-48F0-8B3A-C812B05668EA}" destId="{BCACC7D6-698D-435A-8600-8447881322EE}" srcOrd="5" destOrd="0" parTransId="{D675DE09-86A0-4E01-B96D-D03365724061}" sibTransId="{0F25DC8C-0096-4C9D-AF92-65514743F35E}"/>
    <dgm:cxn modelId="{B05BFC9F-8162-4B9B-AEFC-DBE567F0369E}" srcId="{C3C704DD-76F8-48F0-8B3A-C812B05668EA}" destId="{D471D805-034E-48FD-B471-7F3F72695397}" srcOrd="3" destOrd="0" parTransId="{ED1AB832-41E0-467F-9C81-C07442DC5EDA}" sibTransId="{43B03065-07B3-4BB6-A173-2274F54B8045}"/>
    <dgm:cxn modelId="{D4B9ACB4-4197-43F4-AEA3-9512987F2D71}" srcId="{C3C704DD-76F8-48F0-8B3A-C812B05668EA}" destId="{86DB967C-891F-4491-825C-222D84668C67}" srcOrd="4" destOrd="0" parTransId="{05DBF9B4-C869-496B-A940-B033A9570E71}" sibTransId="{98DF1A68-0084-4DA4-AF2B-7CC53E10F106}"/>
    <dgm:cxn modelId="{3A377FBA-4455-4C51-A4A6-B5915C7BD677}" type="presOf" srcId="{D9ACE86F-F4CC-43F8-B6C2-14FD84E2241C}" destId="{1169740F-6E74-47B5-BC0D-47B9F17D0E9C}" srcOrd="1" destOrd="0" presId="urn:microsoft.com/office/officeart/2016/7/layout/BasicLinearProcessNumbered"/>
    <dgm:cxn modelId="{3BF904BB-635B-4D31-A407-9E053C6C094E}" type="presOf" srcId="{86DB967C-891F-4491-825C-222D84668C67}" destId="{EF918979-BE88-404B-8602-0E82AA75A9DB}" srcOrd="1" destOrd="0" presId="urn:microsoft.com/office/officeart/2016/7/layout/BasicLinearProcessNumbered"/>
    <dgm:cxn modelId="{5FCA72BC-0E39-45E8-8401-8BA3C19DAA8D}" type="presOf" srcId="{301B19C7-BF87-49FA-9CE3-0A79A860ADDE}" destId="{8106E77E-7CD1-4FCA-87DD-C138AF57BF1B}" srcOrd="1" destOrd="0" presId="urn:microsoft.com/office/officeart/2016/7/layout/BasicLinearProcessNumbered"/>
    <dgm:cxn modelId="{4AA619C7-9D65-457D-BB38-3022942EFD54}" type="presOf" srcId="{43B03065-07B3-4BB6-A173-2274F54B8045}" destId="{A3CA9262-7244-4817-82B8-8DA19F3A2FD7}" srcOrd="0" destOrd="0" presId="urn:microsoft.com/office/officeart/2016/7/layout/BasicLinearProcessNumbered"/>
    <dgm:cxn modelId="{BCA385D0-492C-4BD2-9DE3-1A1DB2C3FF79}" type="presOf" srcId="{B7EEB605-1F53-44F4-B808-033FB4637DA8}" destId="{1BD8F76D-D1CE-44B2-9902-952BCFC99D7B}" srcOrd="0" destOrd="0" presId="urn:microsoft.com/office/officeart/2016/7/layout/BasicLinearProcessNumbered"/>
    <dgm:cxn modelId="{D081A7D0-C46F-406E-B42D-A60136C849AD}" type="presOf" srcId="{1982440A-0918-4892-93F3-6BF697FA8B29}" destId="{5DB49EB6-5233-4D49-8C7F-ACA37091489F}" srcOrd="0" destOrd="0" presId="urn:microsoft.com/office/officeart/2016/7/layout/BasicLinearProcessNumbered"/>
    <dgm:cxn modelId="{10612AD8-A2EA-494D-B397-46C63A3AF507}" type="presOf" srcId="{D471D805-034E-48FD-B471-7F3F72695397}" destId="{380403F1-C6F2-4294-94AA-777C73A25B31}" srcOrd="1" destOrd="0" presId="urn:microsoft.com/office/officeart/2016/7/layout/BasicLinearProcessNumbered"/>
    <dgm:cxn modelId="{779030DE-71C0-4BD4-80DA-50A5F0B54358}" type="presOf" srcId="{CA6067DB-A09A-47A0-8007-86CC3CF51E76}" destId="{9A82F12F-ABF3-44D1-8376-12318A5F2D70}" srcOrd="0" destOrd="0" presId="urn:microsoft.com/office/officeart/2016/7/layout/BasicLinearProcessNumbered"/>
    <dgm:cxn modelId="{5A9184E4-820F-4CD1-8A4B-0C281F09D8FF}" type="presOf" srcId="{301B19C7-BF87-49FA-9CE3-0A79A860ADDE}" destId="{35EC96D3-A839-4009-BD14-4DA12036D441}" srcOrd="0" destOrd="0" presId="urn:microsoft.com/office/officeart/2016/7/layout/BasicLinearProcessNumbered"/>
    <dgm:cxn modelId="{1673BBF3-C77E-4295-AEFA-0DF51EE4EAEE}" type="presOf" srcId="{7F816D98-AA73-4F3C-B8B3-E471C6C888AB}" destId="{39A5FCC3-8ED0-4578-8B74-43AA61082084}" srcOrd="0" destOrd="0" presId="urn:microsoft.com/office/officeart/2016/7/layout/BasicLinearProcessNumbered"/>
    <dgm:cxn modelId="{C4DB87EF-6C28-443A-81EC-16840616245A}" type="presParOf" srcId="{7DB49D04-A30E-4B4A-8F05-106F0A92AE60}" destId="{397A403F-71F1-41E6-A93E-5F1F96892EA5}" srcOrd="0" destOrd="0" presId="urn:microsoft.com/office/officeart/2016/7/layout/BasicLinearProcessNumbered"/>
    <dgm:cxn modelId="{9FFD2979-F815-4F28-919A-39DE95A75E34}" type="presParOf" srcId="{397A403F-71F1-41E6-A93E-5F1F96892EA5}" destId="{35EC96D3-A839-4009-BD14-4DA12036D441}" srcOrd="0" destOrd="0" presId="urn:microsoft.com/office/officeart/2016/7/layout/BasicLinearProcessNumbered"/>
    <dgm:cxn modelId="{23CE22D0-A1CB-4AC2-82AB-DCE24F21DFF0}" type="presParOf" srcId="{397A403F-71F1-41E6-A93E-5F1F96892EA5}" destId="{39A5FCC3-8ED0-4578-8B74-43AA61082084}" srcOrd="1" destOrd="0" presId="urn:microsoft.com/office/officeart/2016/7/layout/BasicLinearProcessNumbered"/>
    <dgm:cxn modelId="{FB53C05A-CFDB-4A56-9A25-E457BE74CDDE}" type="presParOf" srcId="{397A403F-71F1-41E6-A93E-5F1F96892EA5}" destId="{0036CF8C-AF78-40D4-B29F-04B3727F7101}" srcOrd="2" destOrd="0" presId="urn:microsoft.com/office/officeart/2016/7/layout/BasicLinearProcessNumbered"/>
    <dgm:cxn modelId="{D681FCCB-75F6-40A4-A54A-79A9E967C288}" type="presParOf" srcId="{397A403F-71F1-41E6-A93E-5F1F96892EA5}" destId="{8106E77E-7CD1-4FCA-87DD-C138AF57BF1B}" srcOrd="3" destOrd="0" presId="urn:microsoft.com/office/officeart/2016/7/layout/BasicLinearProcessNumbered"/>
    <dgm:cxn modelId="{6D175822-D597-4C67-A261-7B2F324EDFFB}" type="presParOf" srcId="{7DB49D04-A30E-4B4A-8F05-106F0A92AE60}" destId="{3148E7D2-CA42-42A8-B196-49B09CC298F8}" srcOrd="1" destOrd="0" presId="urn:microsoft.com/office/officeart/2016/7/layout/BasicLinearProcessNumbered"/>
    <dgm:cxn modelId="{BEE049CF-8B1B-40CB-AC86-6364E537B25D}" type="presParOf" srcId="{7DB49D04-A30E-4B4A-8F05-106F0A92AE60}" destId="{63D123CD-FE6E-4660-8F92-A1F87106B62A}" srcOrd="2" destOrd="0" presId="urn:microsoft.com/office/officeart/2016/7/layout/BasicLinearProcessNumbered"/>
    <dgm:cxn modelId="{FCFFF40E-47DC-48F8-9098-C05892E31D11}" type="presParOf" srcId="{63D123CD-FE6E-4660-8F92-A1F87106B62A}" destId="{830E30B3-AC30-4FF2-BBDE-C3C2B597F832}" srcOrd="0" destOrd="0" presId="urn:microsoft.com/office/officeart/2016/7/layout/BasicLinearProcessNumbered"/>
    <dgm:cxn modelId="{5F746D18-D865-4CCF-B6C8-8AC5315BA80D}" type="presParOf" srcId="{63D123CD-FE6E-4660-8F92-A1F87106B62A}" destId="{1BD8F76D-D1CE-44B2-9902-952BCFC99D7B}" srcOrd="1" destOrd="0" presId="urn:microsoft.com/office/officeart/2016/7/layout/BasicLinearProcessNumbered"/>
    <dgm:cxn modelId="{69AE255A-4AC5-4B3F-90DD-5BC21BCB6A48}" type="presParOf" srcId="{63D123CD-FE6E-4660-8F92-A1F87106B62A}" destId="{798F3B3F-A375-49F3-A4C8-7C52844A31C5}" srcOrd="2" destOrd="0" presId="urn:microsoft.com/office/officeart/2016/7/layout/BasicLinearProcessNumbered"/>
    <dgm:cxn modelId="{F2FFF856-D843-4BFF-B933-B0A754E3713E}" type="presParOf" srcId="{63D123CD-FE6E-4660-8F92-A1F87106B62A}" destId="{217F9067-9876-4A7B-8426-841CD27C46BE}" srcOrd="3" destOrd="0" presId="urn:microsoft.com/office/officeart/2016/7/layout/BasicLinearProcessNumbered"/>
    <dgm:cxn modelId="{0B663899-FA81-4EB8-B11F-F5FBE6DE3F37}" type="presParOf" srcId="{7DB49D04-A30E-4B4A-8F05-106F0A92AE60}" destId="{95F4E4E9-54EC-4131-8F34-CAEBAEADD9E3}" srcOrd="3" destOrd="0" presId="urn:microsoft.com/office/officeart/2016/7/layout/BasicLinearProcessNumbered"/>
    <dgm:cxn modelId="{A213D1F4-6E12-4CDD-9FF6-B1B3793D033E}" type="presParOf" srcId="{7DB49D04-A30E-4B4A-8F05-106F0A92AE60}" destId="{47289B42-7D81-4BAB-BBC9-6501118BB8B1}" srcOrd="4" destOrd="0" presId="urn:microsoft.com/office/officeart/2016/7/layout/BasicLinearProcessNumbered"/>
    <dgm:cxn modelId="{3D3E31C1-DF33-4B16-9765-CF25BB896542}" type="presParOf" srcId="{47289B42-7D81-4BAB-BBC9-6501118BB8B1}" destId="{5DB49EB6-5233-4D49-8C7F-ACA37091489F}" srcOrd="0" destOrd="0" presId="urn:microsoft.com/office/officeart/2016/7/layout/BasicLinearProcessNumbered"/>
    <dgm:cxn modelId="{34A0E3B4-0D2B-4548-8FB2-690D0F47A45A}" type="presParOf" srcId="{47289B42-7D81-4BAB-BBC9-6501118BB8B1}" destId="{4FBD48C6-3151-4F16-90F6-6F8C1F4A57A5}" srcOrd="1" destOrd="0" presId="urn:microsoft.com/office/officeart/2016/7/layout/BasicLinearProcessNumbered"/>
    <dgm:cxn modelId="{764CA16B-F7E2-4C3B-8593-C4366B516554}" type="presParOf" srcId="{47289B42-7D81-4BAB-BBC9-6501118BB8B1}" destId="{DEF879AD-5B94-4455-8A5A-68C733A8E2EA}" srcOrd="2" destOrd="0" presId="urn:microsoft.com/office/officeart/2016/7/layout/BasicLinearProcessNumbered"/>
    <dgm:cxn modelId="{3BFE44D7-AD95-49AB-BBCD-8BAD4FBFEB15}" type="presParOf" srcId="{47289B42-7D81-4BAB-BBC9-6501118BB8B1}" destId="{E020F1B6-4951-4685-887D-C0B318F8AA93}" srcOrd="3" destOrd="0" presId="urn:microsoft.com/office/officeart/2016/7/layout/BasicLinearProcessNumbered"/>
    <dgm:cxn modelId="{19215EA5-03C4-49D6-990D-92FDD53C9778}" type="presParOf" srcId="{7DB49D04-A30E-4B4A-8F05-106F0A92AE60}" destId="{ADEFBEA6-AC56-4D2F-B4FA-0CD5F2391B48}" srcOrd="5" destOrd="0" presId="urn:microsoft.com/office/officeart/2016/7/layout/BasicLinearProcessNumbered"/>
    <dgm:cxn modelId="{89011E55-B946-4CAF-980C-03A15A36BEF9}" type="presParOf" srcId="{7DB49D04-A30E-4B4A-8F05-106F0A92AE60}" destId="{F3154734-96B8-427C-BDA6-6FEA786AA315}" srcOrd="6" destOrd="0" presId="urn:microsoft.com/office/officeart/2016/7/layout/BasicLinearProcessNumbered"/>
    <dgm:cxn modelId="{03FF7172-DC69-4187-BBDB-3486E43A056A}" type="presParOf" srcId="{F3154734-96B8-427C-BDA6-6FEA786AA315}" destId="{AF98DAD7-268B-43F3-BA1A-18338629EE8D}" srcOrd="0" destOrd="0" presId="urn:microsoft.com/office/officeart/2016/7/layout/BasicLinearProcessNumbered"/>
    <dgm:cxn modelId="{48CF80B3-0EE4-4546-982F-E835E93926B4}" type="presParOf" srcId="{F3154734-96B8-427C-BDA6-6FEA786AA315}" destId="{A3CA9262-7244-4817-82B8-8DA19F3A2FD7}" srcOrd="1" destOrd="0" presId="urn:microsoft.com/office/officeart/2016/7/layout/BasicLinearProcessNumbered"/>
    <dgm:cxn modelId="{E513EF7C-CE68-4AB1-B7A6-BFBE5BF4DACF}" type="presParOf" srcId="{F3154734-96B8-427C-BDA6-6FEA786AA315}" destId="{717C0261-5251-4FBC-A9D2-2D078144B746}" srcOrd="2" destOrd="0" presId="urn:microsoft.com/office/officeart/2016/7/layout/BasicLinearProcessNumbered"/>
    <dgm:cxn modelId="{7B89A9D6-3079-443B-97C8-7A978757B490}" type="presParOf" srcId="{F3154734-96B8-427C-BDA6-6FEA786AA315}" destId="{380403F1-C6F2-4294-94AA-777C73A25B31}" srcOrd="3" destOrd="0" presId="urn:microsoft.com/office/officeart/2016/7/layout/BasicLinearProcessNumbered"/>
    <dgm:cxn modelId="{6E2769F5-F564-42C6-8E48-7003AD25FF9F}" type="presParOf" srcId="{7DB49D04-A30E-4B4A-8F05-106F0A92AE60}" destId="{6728F795-0C96-4B12-AA09-F982D74F986E}" srcOrd="7" destOrd="0" presId="urn:microsoft.com/office/officeart/2016/7/layout/BasicLinearProcessNumbered"/>
    <dgm:cxn modelId="{616EBA1B-E17F-4FE7-B64B-2BE8DF394E74}" type="presParOf" srcId="{7DB49D04-A30E-4B4A-8F05-106F0A92AE60}" destId="{29D93039-4E98-4A34-89D0-DAD4BAF49DA6}" srcOrd="8" destOrd="0" presId="urn:microsoft.com/office/officeart/2016/7/layout/BasicLinearProcessNumbered"/>
    <dgm:cxn modelId="{B482F03A-AEA1-45AE-A81E-FDCE25FCAB0A}" type="presParOf" srcId="{29D93039-4E98-4A34-89D0-DAD4BAF49DA6}" destId="{3A55ECB8-D9BE-4341-AB70-A6C54AF69B78}" srcOrd="0" destOrd="0" presId="urn:microsoft.com/office/officeart/2016/7/layout/BasicLinearProcessNumbered"/>
    <dgm:cxn modelId="{5E8890FD-19FA-4D16-8747-FC0259DDF6D0}" type="presParOf" srcId="{29D93039-4E98-4A34-89D0-DAD4BAF49DA6}" destId="{DFE8BD44-EFD0-46C5-8196-28D3CCC54A7A}" srcOrd="1" destOrd="0" presId="urn:microsoft.com/office/officeart/2016/7/layout/BasicLinearProcessNumbered"/>
    <dgm:cxn modelId="{A3184206-428F-479A-B331-13682DA0208E}" type="presParOf" srcId="{29D93039-4E98-4A34-89D0-DAD4BAF49DA6}" destId="{CED26E30-55F1-4943-B2ED-C3A99CC4CDF6}" srcOrd="2" destOrd="0" presId="urn:microsoft.com/office/officeart/2016/7/layout/BasicLinearProcessNumbered"/>
    <dgm:cxn modelId="{BE4D40DB-FB43-4EA7-B499-74EF5482223E}" type="presParOf" srcId="{29D93039-4E98-4A34-89D0-DAD4BAF49DA6}" destId="{EF918979-BE88-404B-8602-0E82AA75A9DB}" srcOrd="3" destOrd="0" presId="urn:microsoft.com/office/officeart/2016/7/layout/BasicLinearProcessNumbered"/>
    <dgm:cxn modelId="{5F798900-E96C-424D-B03B-156E3F9340BB}" type="presParOf" srcId="{7DB49D04-A30E-4B4A-8F05-106F0A92AE60}" destId="{53A648F9-4605-4E82-A927-12EA43ED1043}" srcOrd="9" destOrd="0" presId="urn:microsoft.com/office/officeart/2016/7/layout/BasicLinearProcessNumbered"/>
    <dgm:cxn modelId="{712A2049-6246-4C29-A47F-31171D18E35A}" type="presParOf" srcId="{7DB49D04-A30E-4B4A-8F05-106F0A92AE60}" destId="{FEF5F3D7-BAE9-4328-9E24-40024DBC9831}" srcOrd="10" destOrd="0" presId="urn:microsoft.com/office/officeart/2016/7/layout/BasicLinearProcessNumbered"/>
    <dgm:cxn modelId="{49194CA2-4627-4E7D-B1B0-244246385B10}" type="presParOf" srcId="{FEF5F3D7-BAE9-4328-9E24-40024DBC9831}" destId="{EF7F40A0-F455-40C2-9C89-7F5F2744C2D8}" srcOrd="0" destOrd="0" presId="urn:microsoft.com/office/officeart/2016/7/layout/BasicLinearProcessNumbered"/>
    <dgm:cxn modelId="{F48F64C1-FCC0-4584-BCAA-80AD4E5D2F2D}" type="presParOf" srcId="{FEF5F3D7-BAE9-4328-9E24-40024DBC9831}" destId="{0BD1B232-6C9F-452A-AA05-811BFAC8D0B6}" srcOrd="1" destOrd="0" presId="urn:microsoft.com/office/officeart/2016/7/layout/BasicLinearProcessNumbered"/>
    <dgm:cxn modelId="{E5B26223-E465-48CE-8BF0-63DA5195A1E4}" type="presParOf" srcId="{FEF5F3D7-BAE9-4328-9E24-40024DBC9831}" destId="{1E891686-FEC8-4652-BFCB-D3A7BB839BD5}" srcOrd="2" destOrd="0" presId="urn:microsoft.com/office/officeart/2016/7/layout/BasicLinearProcessNumbered"/>
    <dgm:cxn modelId="{123BE182-1A83-480B-95B2-77950B5DAACD}" type="presParOf" srcId="{FEF5F3D7-BAE9-4328-9E24-40024DBC9831}" destId="{4BE05E58-B318-450A-85CD-3FB7295566EF}" srcOrd="3" destOrd="0" presId="urn:microsoft.com/office/officeart/2016/7/layout/BasicLinearProcessNumbered"/>
    <dgm:cxn modelId="{CE22A563-4C18-4A96-A6AF-46C8C1EFD1AF}" type="presParOf" srcId="{7DB49D04-A30E-4B4A-8F05-106F0A92AE60}" destId="{CF8A2660-10DD-40FB-AD48-2A5AECD97AA5}" srcOrd="11" destOrd="0" presId="urn:microsoft.com/office/officeart/2016/7/layout/BasicLinearProcessNumbered"/>
    <dgm:cxn modelId="{69CFD8BD-5932-464D-BDA6-048C51BDA19D}" type="presParOf" srcId="{7DB49D04-A30E-4B4A-8F05-106F0A92AE60}" destId="{31B33AE9-B6FD-4A8B-AE86-F40E1B4288E3}" srcOrd="12" destOrd="0" presId="urn:microsoft.com/office/officeart/2016/7/layout/BasicLinearProcessNumbered"/>
    <dgm:cxn modelId="{0B77222F-F367-4E79-AB85-B7FDE1864751}" type="presParOf" srcId="{31B33AE9-B6FD-4A8B-AE86-F40E1B4288E3}" destId="{F8784187-DC48-4883-BC13-565D622CD17C}" srcOrd="0" destOrd="0" presId="urn:microsoft.com/office/officeart/2016/7/layout/BasicLinearProcessNumbered"/>
    <dgm:cxn modelId="{010476C5-43E2-4E90-8951-78D82FDE08D9}" type="presParOf" srcId="{31B33AE9-B6FD-4A8B-AE86-F40E1B4288E3}" destId="{9A82F12F-ABF3-44D1-8376-12318A5F2D70}" srcOrd="1" destOrd="0" presId="urn:microsoft.com/office/officeart/2016/7/layout/BasicLinearProcessNumbered"/>
    <dgm:cxn modelId="{ADB2F827-D8CC-49BA-A744-720FCC554A35}" type="presParOf" srcId="{31B33AE9-B6FD-4A8B-AE86-F40E1B4288E3}" destId="{0989477D-8916-4929-8DE6-36FBA40B73AE}" srcOrd="2" destOrd="0" presId="urn:microsoft.com/office/officeart/2016/7/layout/BasicLinearProcessNumbered"/>
    <dgm:cxn modelId="{FF8834D5-FB11-45C5-822B-CC82CFB5CD57}" type="presParOf" srcId="{31B33AE9-B6FD-4A8B-AE86-F40E1B4288E3}" destId="{1169740F-6E74-47B5-BC0D-47B9F17D0E9C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EC96D3-A839-4009-BD14-4DA12036D441}">
      <dsp:nvSpPr>
        <dsp:cNvPr id="0" name=""/>
        <dsp:cNvSpPr/>
      </dsp:nvSpPr>
      <dsp:spPr>
        <a:xfrm>
          <a:off x="9242" y="1208829"/>
          <a:ext cx="1381199" cy="193367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7684" tIns="330200" rIns="107684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Manage books </a:t>
          </a:r>
        </a:p>
      </dsp:txBody>
      <dsp:txXfrm>
        <a:off x="9242" y="1943627"/>
        <a:ext cx="1381199" cy="1160207"/>
      </dsp:txXfrm>
    </dsp:sp>
    <dsp:sp modelId="{39A5FCC3-8ED0-4578-8B74-43AA61082084}">
      <dsp:nvSpPr>
        <dsp:cNvPr id="0" name=""/>
        <dsp:cNvSpPr/>
      </dsp:nvSpPr>
      <dsp:spPr>
        <a:xfrm>
          <a:off x="409790" y="1402197"/>
          <a:ext cx="580103" cy="580103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227" tIns="12700" rIns="45227" bIns="1270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1</a:t>
          </a:r>
        </a:p>
      </dsp:txBody>
      <dsp:txXfrm>
        <a:off x="494744" y="1487151"/>
        <a:ext cx="410195" cy="410195"/>
      </dsp:txXfrm>
    </dsp:sp>
    <dsp:sp modelId="{0036CF8C-AF78-40D4-B29F-04B3727F7101}">
      <dsp:nvSpPr>
        <dsp:cNvPr id="0" name=""/>
        <dsp:cNvSpPr/>
      </dsp:nvSpPr>
      <dsp:spPr>
        <a:xfrm>
          <a:off x="9242" y="3142436"/>
          <a:ext cx="1381199" cy="72"/>
        </a:xfrm>
        <a:prstGeom prst="rect">
          <a:avLst/>
        </a:prstGeom>
        <a:gradFill rotWithShape="0">
          <a:gsLst>
            <a:gs pos="0">
              <a:schemeClr val="accent2">
                <a:hueOff val="495663"/>
                <a:satOff val="-1423"/>
                <a:lumOff val="-227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95663"/>
                <a:satOff val="-1423"/>
                <a:lumOff val="-227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95663"/>
                <a:satOff val="-1423"/>
                <a:lumOff val="-227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495663"/>
              <a:satOff val="-1423"/>
              <a:lumOff val="-2278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30E30B3-AC30-4FF2-BBDE-C3C2B597F832}">
      <dsp:nvSpPr>
        <dsp:cNvPr id="0" name=""/>
        <dsp:cNvSpPr/>
      </dsp:nvSpPr>
      <dsp:spPr>
        <a:xfrm>
          <a:off x="1528561" y="1208829"/>
          <a:ext cx="1381199" cy="1933679"/>
        </a:xfrm>
        <a:prstGeom prst="rect">
          <a:avLst/>
        </a:prstGeom>
        <a:solidFill>
          <a:schemeClr val="accent2">
            <a:tint val="40000"/>
            <a:alpha val="90000"/>
            <a:hueOff val="1122453"/>
            <a:satOff val="-10372"/>
            <a:lumOff val="-11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122453"/>
              <a:satOff val="-10372"/>
              <a:lumOff val="-116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7684" tIns="330200" rIns="107684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Search books </a:t>
          </a:r>
        </a:p>
      </dsp:txBody>
      <dsp:txXfrm>
        <a:off x="1528561" y="1943627"/>
        <a:ext cx="1381199" cy="1160207"/>
      </dsp:txXfrm>
    </dsp:sp>
    <dsp:sp modelId="{1BD8F76D-D1CE-44B2-9902-952BCFC99D7B}">
      <dsp:nvSpPr>
        <dsp:cNvPr id="0" name=""/>
        <dsp:cNvSpPr/>
      </dsp:nvSpPr>
      <dsp:spPr>
        <a:xfrm>
          <a:off x="1929109" y="1402197"/>
          <a:ext cx="580103" cy="580103"/>
        </a:xfrm>
        <a:prstGeom prst="ellipse">
          <a:avLst/>
        </a:prstGeom>
        <a:gradFill rotWithShape="0">
          <a:gsLst>
            <a:gs pos="0">
              <a:schemeClr val="accent2">
                <a:hueOff val="991325"/>
                <a:satOff val="-2845"/>
                <a:lumOff val="-455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991325"/>
                <a:satOff val="-2845"/>
                <a:lumOff val="-455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991325"/>
                <a:satOff val="-2845"/>
                <a:lumOff val="-455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991325"/>
              <a:satOff val="-2845"/>
              <a:lumOff val="-4555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227" tIns="12700" rIns="45227" bIns="1270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2</a:t>
          </a:r>
        </a:p>
      </dsp:txBody>
      <dsp:txXfrm>
        <a:off x="2014063" y="1487151"/>
        <a:ext cx="410195" cy="410195"/>
      </dsp:txXfrm>
    </dsp:sp>
    <dsp:sp modelId="{798F3B3F-A375-49F3-A4C8-7C52844A31C5}">
      <dsp:nvSpPr>
        <dsp:cNvPr id="0" name=""/>
        <dsp:cNvSpPr/>
      </dsp:nvSpPr>
      <dsp:spPr>
        <a:xfrm>
          <a:off x="1528561" y="3142436"/>
          <a:ext cx="1381199" cy="72"/>
        </a:xfrm>
        <a:prstGeom prst="rect">
          <a:avLst/>
        </a:prstGeom>
        <a:gradFill rotWithShape="0">
          <a:gsLst>
            <a:gs pos="0">
              <a:schemeClr val="accent2">
                <a:hueOff val="1486988"/>
                <a:satOff val="-4268"/>
                <a:lumOff val="-683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486988"/>
                <a:satOff val="-4268"/>
                <a:lumOff val="-683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486988"/>
                <a:satOff val="-4268"/>
                <a:lumOff val="-683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1486988"/>
              <a:satOff val="-4268"/>
              <a:lumOff val="-6833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DB49EB6-5233-4D49-8C7F-ACA37091489F}">
      <dsp:nvSpPr>
        <dsp:cNvPr id="0" name=""/>
        <dsp:cNvSpPr/>
      </dsp:nvSpPr>
      <dsp:spPr>
        <a:xfrm>
          <a:off x="3047880" y="1208829"/>
          <a:ext cx="1381199" cy="1933679"/>
        </a:xfrm>
        <a:prstGeom prst="rect">
          <a:avLst/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7684" tIns="330200" rIns="107684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Issue books </a:t>
          </a:r>
        </a:p>
      </dsp:txBody>
      <dsp:txXfrm>
        <a:off x="3047880" y="1943627"/>
        <a:ext cx="1381199" cy="1160207"/>
      </dsp:txXfrm>
    </dsp:sp>
    <dsp:sp modelId="{4FBD48C6-3151-4F16-90F6-6F8C1F4A57A5}">
      <dsp:nvSpPr>
        <dsp:cNvPr id="0" name=""/>
        <dsp:cNvSpPr/>
      </dsp:nvSpPr>
      <dsp:spPr>
        <a:xfrm>
          <a:off x="3448428" y="1402197"/>
          <a:ext cx="580103" cy="580103"/>
        </a:xfrm>
        <a:prstGeom prst="ellipse">
          <a:avLst/>
        </a:prstGeom>
        <a:gradFill rotWithShape="0">
          <a:gsLst>
            <a:gs pos="0">
              <a:schemeClr val="accent2">
                <a:hueOff val="1982650"/>
                <a:satOff val="-5690"/>
                <a:lumOff val="-911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982650"/>
                <a:satOff val="-5690"/>
                <a:lumOff val="-911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982650"/>
                <a:satOff val="-5690"/>
                <a:lumOff val="-911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1982650"/>
              <a:satOff val="-5690"/>
              <a:lumOff val="-911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227" tIns="12700" rIns="45227" bIns="1270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3</a:t>
          </a:r>
        </a:p>
      </dsp:txBody>
      <dsp:txXfrm>
        <a:off x="3533382" y="1487151"/>
        <a:ext cx="410195" cy="410195"/>
      </dsp:txXfrm>
    </dsp:sp>
    <dsp:sp modelId="{DEF879AD-5B94-4455-8A5A-68C733A8E2EA}">
      <dsp:nvSpPr>
        <dsp:cNvPr id="0" name=""/>
        <dsp:cNvSpPr/>
      </dsp:nvSpPr>
      <dsp:spPr>
        <a:xfrm>
          <a:off x="3047880" y="3142436"/>
          <a:ext cx="1381199" cy="72"/>
        </a:xfrm>
        <a:prstGeom prst="rect">
          <a:avLst/>
        </a:prstGeom>
        <a:gradFill rotWithShape="0">
          <a:gsLst>
            <a:gs pos="0">
              <a:schemeClr val="accent2">
                <a:hueOff val="2478313"/>
                <a:satOff val="-7113"/>
                <a:lumOff val="-1138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478313"/>
                <a:satOff val="-7113"/>
                <a:lumOff val="-1138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478313"/>
                <a:satOff val="-7113"/>
                <a:lumOff val="-1138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2478313"/>
              <a:satOff val="-7113"/>
              <a:lumOff val="-11388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F98DAD7-268B-43F3-BA1A-18338629EE8D}">
      <dsp:nvSpPr>
        <dsp:cNvPr id="0" name=""/>
        <dsp:cNvSpPr/>
      </dsp:nvSpPr>
      <dsp:spPr>
        <a:xfrm>
          <a:off x="4567200" y="1208829"/>
          <a:ext cx="1381199" cy="1933679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7684" tIns="330200" rIns="107684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Return books </a:t>
          </a:r>
        </a:p>
      </dsp:txBody>
      <dsp:txXfrm>
        <a:off x="4567200" y="1943627"/>
        <a:ext cx="1381199" cy="1160207"/>
      </dsp:txXfrm>
    </dsp:sp>
    <dsp:sp modelId="{A3CA9262-7244-4817-82B8-8DA19F3A2FD7}">
      <dsp:nvSpPr>
        <dsp:cNvPr id="0" name=""/>
        <dsp:cNvSpPr/>
      </dsp:nvSpPr>
      <dsp:spPr>
        <a:xfrm>
          <a:off x="4967748" y="1402197"/>
          <a:ext cx="580103" cy="580103"/>
        </a:xfrm>
        <a:prstGeom prst="ellipse">
          <a:avLst/>
        </a:prstGeom>
        <a:gradFill rotWithShape="0">
          <a:gsLst>
            <a:gs pos="0">
              <a:schemeClr val="accent2">
                <a:hueOff val="2973976"/>
                <a:satOff val="-8535"/>
                <a:lumOff val="-1366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973976"/>
                <a:satOff val="-8535"/>
                <a:lumOff val="-1366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973976"/>
                <a:satOff val="-8535"/>
                <a:lumOff val="-1366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2973976"/>
              <a:satOff val="-8535"/>
              <a:lumOff val="-13666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227" tIns="12700" rIns="45227" bIns="1270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4</a:t>
          </a:r>
        </a:p>
      </dsp:txBody>
      <dsp:txXfrm>
        <a:off x="5052702" y="1487151"/>
        <a:ext cx="410195" cy="410195"/>
      </dsp:txXfrm>
    </dsp:sp>
    <dsp:sp modelId="{717C0261-5251-4FBC-A9D2-2D078144B746}">
      <dsp:nvSpPr>
        <dsp:cNvPr id="0" name=""/>
        <dsp:cNvSpPr/>
      </dsp:nvSpPr>
      <dsp:spPr>
        <a:xfrm>
          <a:off x="4567200" y="3142436"/>
          <a:ext cx="1381199" cy="72"/>
        </a:xfrm>
        <a:prstGeom prst="rect">
          <a:avLst/>
        </a:prstGeom>
        <a:gradFill rotWithShape="0">
          <a:gsLst>
            <a:gs pos="0">
              <a:schemeClr val="accent2">
                <a:hueOff val="3469638"/>
                <a:satOff val="-9958"/>
                <a:lumOff val="-159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469638"/>
                <a:satOff val="-9958"/>
                <a:lumOff val="-159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469638"/>
                <a:satOff val="-9958"/>
                <a:lumOff val="-159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3469638"/>
              <a:satOff val="-9958"/>
              <a:lumOff val="-15943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A55ECB8-D9BE-4341-AB70-A6C54AF69B78}">
      <dsp:nvSpPr>
        <dsp:cNvPr id="0" name=""/>
        <dsp:cNvSpPr/>
      </dsp:nvSpPr>
      <dsp:spPr>
        <a:xfrm>
          <a:off x="6086519" y="1208829"/>
          <a:ext cx="1381199" cy="1933679"/>
        </a:xfrm>
        <a:prstGeom prst="rect">
          <a:avLst/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7684" tIns="330200" rIns="107684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Calculate fines </a:t>
          </a:r>
        </a:p>
      </dsp:txBody>
      <dsp:txXfrm>
        <a:off x="6086519" y="1943627"/>
        <a:ext cx="1381199" cy="1160207"/>
      </dsp:txXfrm>
    </dsp:sp>
    <dsp:sp modelId="{DFE8BD44-EFD0-46C5-8196-28D3CCC54A7A}">
      <dsp:nvSpPr>
        <dsp:cNvPr id="0" name=""/>
        <dsp:cNvSpPr/>
      </dsp:nvSpPr>
      <dsp:spPr>
        <a:xfrm>
          <a:off x="6487067" y="1402197"/>
          <a:ext cx="580103" cy="580103"/>
        </a:xfrm>
        <a:prstGeom prst="ellipse">
          <a:avLst/>
        </a:prstGeom>
        <a:gradFill rotWithShape="0">
          <a:gsLst>
            <a:gs pos="0">
              <a:schemeClr val="accent2">
                <a:hueOff val="3965301"/>
                <a:satOff val="-11380"/>
                <a:lumOff val="-1822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965301"/>
                <a:satOff val="-11380"/>
                <a:lumOff val="-1822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965301"/>
                <a:satOff val="-11380"/>
                <a:lumOff val="-1822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3965301"/>
              <a:satOff val="-11380"/>
              <a:lumOff val="-18221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227" tIns="12700" rIns="45227" bIns="1270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5</a:t>
          </a:r>
        </a:p>
      </dsp:txBody>
      <dsp:txXfrm>
        <a:off x="6572021" y="1487151"/>
        <a:ext cx="410195" cy="410195"/>
      </dsp:txXfrm>
    </dsp:sp>
    <dsp:sp modelId="{CED26E30-55F1-4943-B2ED-C3A99CC4CDF6}">
      <dsp:nvSpPr>
        <dsp:cNvPr id="0" name=""/>
        <dsp:cNvSpPr/>
      </dsp:nvSpPr>
      <dsp:spPr>
        <a:xfrm>
          <a:off x="6086519" y="3142436"/>
          <a:ext cx="1381199" cy="72"/>
        </a:xfrm>
        <a:prstGeom prst="rect">
          <a:avLst/>
        </a:prstGeom>
        <a:gradFill rotWithShape="0">
          <a:gsLst>
            <a:gs pos="0">
              <a:schemeClr val="accent2">
                <a:hueOff val="4460963"/>
                <a:satOff val="-12803"/>
                <a:lumOff val="-2049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460963"/>
                <a:satOff val="-12803"/>
                <a:lumOff val="-2049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460963"/>
                <a:satOff val="-12803"/>
                <a:lumOff val="-2049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4460963"/>
              <a:satOff val="-12803"/>
              <a:lumOff val="-20499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F7F40A0-F455-40C2-9C89-7F5F2744C2D8}">
      <dsp:nvSpPr>
        <dsp:cNvPr id="0" name=""/>
        <dsp:cNvSpPr/>
      </dsp:nvSpPr>
      <dsp:spPr>
        <a:xfrm>
          <a:off x="7605839" y="1208829"/>
          <a:ext cx="1381199" cy="1933679"/>
        </a:xfrm>
        <a:prstGeom prst="rect">
          <a:avLst/>
        </a:prstGeom>
        <a:solidFill>
          <a:schemeClr val="accent2">
            <a:tint val="40000"/>
            <a:alpha val="90000"/>
            <a:hueOff val="5612265"/>
            <a:satOff val="-51860"/>
            <a:lumOff val="-584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5612265"/>
              <a:satOff val="-51860"/>
              <a:lumOff val="-584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7684" tIns="330200" rIns="107684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Save and load data </a:t>
          </a:r>
        </a:p>
      </dsp:txBody>
      <dsp:txXfrm>
        <a:off x="7605839" y="1943627"/>
        <a:ext cx="1381199" cy="1160207"/>
      </dsp:txXfrm>
    </dsp:sp>
    <dsp:sp modelId="{0BD1B232-6C9F-452A-AA05-811BFAC8D0B6}">
      <dsp:nvSpPr>
        <dsp:cNvPr id="0" name=""/>
        <dsp:cNvSpPr/>
      </dsp:nvSpPr>
      <dsp:spPr>
        <a:xfrm>
          <a:off x="8006386" y="1402197"/>
          <a:ext cx="580103" cy="580103"/>
        </a:xfrm>
        <a:prstGeom prst="ellipse">
          <a:avLst/>
        </a:prstGeom>
        <a:gradFill rotWithShape="0">
          <a:gsLst>
            <a:gs pos="0">
              <a:schemeClr val="accent2">
                <a:hueOff val="4956626"/>
                <a:satOff val="-14225"/>
                <a:lumOff val="-2277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956626"/>
                <a:satOff val="-14225"/>
                <a:lumOff val="-2277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956626"/>
                <a:satOff val="-14225"/>
                <a:lumOff val="-2277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4956626"/>
              <a:satOff val="-14225"/>
              <a:lumOff val="-22776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227" tIns="12700" rIns="45227" bIns="1270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6</a:t>
          </a:r>
        </a:p>
      </dsp:txBody>
      <dsp:txXfrm>
        <a:off x="8091340" y="1487151"/>
        <a:ext cx="410195" cy="410195"/>
      </dsp:txXfrm>
    </dsp:sp>
    <dsp:sp modelId="{1E891686-FEC8-4652-BFCB-D3A7BB839BD5}">
      <dsp:nvSpPr>
        <dsp:cNvPr id="0" name=""/>
        <dsp:cNvSpPr/>
      </dsp:nvSpPr>
      <dsp:spPr>
        <a:xfrm>
          <a:off x="7605839" y="3142436"/>
          <a:ext cx="1381199" cy="72"/>
        </a:xfrm>
        <a:prstGeom prst="rect">
          <a:avLst/>
        </a:prstGeom>
        <a:gradFill rotWithShape="0">
          <a:gsLst>
            <a:gs pos="0">
              <a:schemeClr val="accent2">
                <a:hueOff val="5452289"/>
                <a:satOff val="-15648"/>
                <a:lumOff val="-250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452289"/>
                <a:satOff val="-15648"/>
                <a:lumOff val="-250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452289"/>
                <a:satOff val="-15648"/>
                <a:lumOff val="-250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5452289"/>
              <a:satOff val="-15648"/>
              <a:lumOff val="-25054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8784187-DC48-4883-BC13-565D622CD17C}">
      <dsp:nvSpPr>
        <dsp:cNvPr id="0" name=""/>
        <dsp:cNvSpPr/>
      </dsp:nvSpPr>
      <dsp:spPr>
        <a:xfrm>
          <a:off x="9125158" y="1208829"/>
          <a:ext cx="1381199" cy="1933679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7684" tIns="330200" rIns="107684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Demonstrate Python concepts</a:t>
          </a:r>
        </a:p>
      </dsp:txBody>
      <dsp:txXfrm>
        <a:off x="9125158" y="1943627"/>
        <a:ext cx="1381199" cy="1160207"/>
      </dsp:txXfrm>
    </dsp:sp>
    <dsp:sp modelId="{9A82F12F-ABF3-44D1-8376-12318A5F2D70}">
      <dsp:nvSpPr>
        <dsp:cNvPr id="0" name=""/>
        <dsp:cNvSpPr/>
      </dsp:nvSpPr>
      <dsp:spPr>
        <a:xfrm>
          <a:off x="9525706" y="1402197"/>
          <a:ext cx="580103" cy="580103"/>
        </a:xfrm>
        <a:prstGeom prst="ellipse">
          <a:avLst/>
        </a:prstGeom>
        <a:gradFill rotWithShape="0">
          <a:gsLst>
            <a:gs pos="0">
              <a:schemeClr val="accent2">
                <a:hueOff val="5947951"/>
                <a:satOff val="-17070"/>
                <a:lumOff val="-2733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947951"/>
                <a:satOff val="-17070"/>
                <a:lumOff val="-2733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947951"/>
                <a:satOff val="-17070"/>
                <a:lumOff val="-2733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5947951"/>
              <a:satOff val="-17070"/>
              <a:lumOff val="-27331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227" tIns="12700" rIns="45227" bIns="1270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7</a:t>
          </a:r>
        </a:p>
      </dsp:txBody>
      <dsp:txXfrm>
        <a:off x="9610660" y="1487151"/>
        <a:ext cx="410195" cy="410195"/>
      </dsp:txXfrm>
    </dsp:sp>
    <dsp:sp modelId="{0989477D-8916-4929-8DE6-36FBA40B73AE}">
      <dsp:nvSpPr>
        <dsp:cNvPr id="0" name=""/>
        <dsp:cNvSpPr/>
      </dsp:nvSpPr>
      <dsp:spPr>
        <a:xfrm>
          <a:off x="9125158" y="3142436"/>
          <a:ext cx="1381199" cy="72"/>
        </a:xfrm>
        <a:prstGeom prst="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AD0278-322A-1E32-9CA8-71507036CC5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2573" r="-1" b="-1"/>
          <a:stretch>
            <a:fillRect/>
          </a:stretch>
        </p:blipFill>
        <p:spPr>
          <a:xfrm>
            <a:off x="123285" y="123275"/>
            <a:ext cx="1218893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en-US" sz="6600">
                <a:solidFill>
                  <a:schemeClr val="bg1"/>
                </a:solidFill>
              </a:rPr>
              <a:t>SMART LIBRARY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5842" y="4599432"/>
            <a:ext cx="9144000" cy="1536192"/>
          </a:xfrm>
        </p:spPr>
        <p:txBody>
          <a:bodyPr vert="horz" lIns="91440" tIns="45720" rIns="91440" bIns="45720" rtlCol="0" anchor="t">
            <a:normAutofit fontScale="47500" lnSpcReduction="20000"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PYTHON FINAL PROJECT</a:t>
            </a:r>
          </a:p>
          <a:p>
            <a:endParaRPr lang="en-US" sz="80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DONE BY:</a:t>
            </a:r>
          </a:p>
          <a:p>
            <a:r>
              <a:rPr lang="en-US" sz="2800" dirty="0">
                <a:solidFill>
                  <a:schemeClr val="bg1"/>
                </a:solidFill>
              </a:rPr>
              <a:t>NAME:TUPPATHI KALYANI</a:t>
            </a:r>
          </a:p>
          <a:p>
            <a:r>
              <a:rPr lang="en-US" sz="2800" dirty="0">
                <a:solidFill>
                  <a:schemeClr val="bg1"/>
                </a:solidFill>
              </a:rPr>
              <a:t>COLLEGE:RAGHU ENGINEERING COLLEGE</a:t>
            </a:r>
          </a:p>
          <a:p>
            <a:r>
              <a:rPr lang="en-US" sz="2800" dirty="0">
                <a:solidFill>
                  <a:schemeClr val="bg1"/>
                </a:solidFill>
              </a:rPr>
              <a:t>BRANCH:COMPUTER SCIENCE ENGINEERING(DATA SCIENCE)</a:t>
            </a:r>
          </a:p>
          <a:p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04ED05-D43E-E28C-FDA1-324E10B1D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INTRODUCTION</a:t>
            </a:r>
            <a:br>
              <a:rPr lang="en-US" sz="4000"/>
            </a:b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E8FE-5CDA-1AD2-87EE-E77E207F3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The Smart Library Management System is a Python application used to manage books and library members. It provides functions such as adding, searching, issuing, returning, saving, and loading books.</a:t>
            </a:r>
          </a:p>
        </p:txBody>
      </p:sp>
      <p:pic>
        <p:nvPicPr>
          <p:cNvPr id="5" name="Picture 4" descr="Abstract blurred public library with bookshelves">
            <a:extLst>
              <a:ext uri="{FF2B5EF4-FFF2-40B4-BE49-F238E27FC236}">
                <a16:creationId xmlns:a16="http://schemas.microsoft.com/office/drawing/2014/main" id="{8E86ABF1-18F5-6D55-F50E-B1DF51A152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40" r="31264" b="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719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CC6618-AD72-17F6-E9BF-005673F4D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PROJECT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C937F-56C1-1FFE-E0B7-A4032BD34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Manual library management takes more time and can cause errors in maintaining book records. Our project provides a simple computerized solution.</a:t>
            </a:r>
            <a:endParaRPr lang="en-US" sz="2000"/>
          </a:p>
        </p:txBody>
      </p:sp>
      <p:pic>
        <p:nvPicPr>
          <p:cNvPr id="5" name="Picture 4" descr="A top view of books with different cover colors">
            <a:extLst>
              <a:ext uri="{FF2B5EF4-FFF2-40B4-BE49-F238E27FC236}">
                <a16:creationId xmlns:a16="http://schemas.microsoft.com/office/drawing/2014/main" id="{F18500BF-982D-185B-7DC5-F2823E0E34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36" r="4285" b="11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336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F276E52-7729-65D6-B7C6-F5AA42A10F0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4104" r="9085" b="894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AEE939-F420-A9AA-9932-5BE58082B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OBJECTIVES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A6FBF7BC-973F-4E69-DE4C-A6A0E019C6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558321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90198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6CF2A2B-0745-440C-9224-C5C6A0A42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BE6D6B-84C9-4D2B-97EB-773B7369EF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8D8D85-B535-5BDF-2B1C-D923FDA4D95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r="6250" b="6250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72CD41-E2A3-4A6A-CDAC-2FC5EC182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728906"/>
            <a:ext cx="9792471" cy="205703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7354D-E710-651E-DFEC-FD4946FEB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8181" y="2957665"/>
            <a:ext cx="9792471" cy="317142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900">
                <a:solidFill>
                  <a:srgbClr val="FFFFFF"/>
                </a:solidFill>
                <a:ea typeface="+mn-lt"/>
                <a:cs typeface="+mn-lt"/>
              </a:rPr>
              <a:t> Add Book</a:t>
            </a:r>
            <a:endParaRPr lang="en-US" sz="1900">
              <a:solidFill>
                <a:srgbClr val="FFFFFF"/>
              </a:solidFill>
            </a:endParaRPr>
          </a:p>
          <a:p>
            <a:r>
              <a:rPr lang="en-US" sz="1900">
                <a:solidFill>
                  <a:srgbClr val="FFFFFF"/>
                </a:solidFill>
                <a:ea typeface="+mn-lt"/>
                <a:cs typeface="+mn-lt"/>
              </a:rPr>
              <a:t>View Books</a:t>
            </a:r>
            <a:endParaRPr lang="en-US" sz="1900">
              <a:solidFill>
                <a:srgbClr val="FFFFFF"/>
              </a:solidFill>
            </a:endParaRPr>
          </a:p>
          <a:p>
            <a:r>
              <a:rPr lang="en-US" sz="1900">
                <a:solidFill>
                  <a:srgbClr val="FFFFFF"/>
                </a:solidFill>
                <a:ea typeface="+mn-lt"/>
                <a:cs typeface="+mn-lt"/>
              </a:rPr>
              <a:t> Search Book</a:t>
            </a:r>
            <a:endParaRPr lang="en-US" sz="1900">
              <a:solidFill>
                <a:srgbClr val="FFFFFF"/>
              </a:solidFill>
            </a:endParaRPr>
          </a:p>
          <a:p>
            <a:r>
              <a:rPr lang="en-US" sz="1900">
                <a:solidFill>
                  <a:srgbClr val="FFFFFF"/>
                </a:solidFill>
                <a:ea typeface="+mn-lt"/>
                <a:cs typeface="+mn-lt"/>
              </a:rPr>
              <a:t> Issue Book</a:t>
            </a:r>
            <a:endParaRPr lang="en-US" sz="1900">
              <a:solidFill>
                <a:srgbClr val="FFFFFF"/>
              </a:solidFill>
            </a:endParaRPr>
          </a:p>
          <a:p>
            <a:r>
              <a:rPr lang="en-US" sz="1900">
                <a:solidFill>
                  <a:srgbClr val="FFFFFF"/>
                </a:solidFill>
                <a:ea typeface="+mn-lt"/>
                <a:cs typeface="+mn-lt"/>
              </a:rPr>
              <a:t> Return Book</a:t>
            </a:r>
            <a:endParaRPr lang="en-US" sz="1900">
              <a:solidFill>
                <a:srgbClr val="FFFFFF"/>
              </a:solidFill>
            </a:endParaRPr>
          </a:p>
          <a:p>
            <a:r>
              <a:rPr lang="en-US" sz="1900">
                <a:solidFill>
                  <a:srgbClr val="FFFFFF"/>
                </a:solidFill>
                <a:ea typeface="+mn-lt"/>
                <a:cs typeface="+mn-lt"/>
              </a:rPr>
              <a:t> Fine Calculation</a:t>
            </a:r>
            <a:endParaRPr lang="en-US" sz="1900">
              <a:solidFill>
                <a:srgbClr val="FFFFFF"/>
              </a:solidFill>
            </a:endParaRPr>
          </a:p>
          <a:p>
            <a:r>
              <a:rPr lang="en-US" sz="1900">
                <a:solidFill>
                  <a:srgbClr val="FFFFFF"/>
                </a:solidFill>
                <a:ea typeface="+mn-lt"/>
                <a:cs typeface="+mn-lt"/>
              </a:rPr>
              <a:t> Save Data</a:t>
            </a:r>
            <a:endParaRPr lang="en-US" sz="1900">
              <a:solidFill>
                <a:srgbClr val="FFFFFF"/>
              </a:solidFill>
            </a:endParaRPr>
          </a:p>
          <a:p>
            <a:r>
              <a:rPr lang="en-US" sz="1900">
                <a:solidFill>
                  <a:srgbClr val="FFFFFF"/>
                </a:solidFill>
                <a:ea typeface="+mn-lt"/>
                <a:cs typeface="+mn-lt"/>
              </a:rPr>
              <a:t> Load Data</a:t>
            </a:r>
            <a:endParaRPr lang="en-US" sz="19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13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41F26B-B63E-2D30-4BEF-C432EB183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A3AE7-3B8A-6111-86ED-BDA26904E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2000">
                <a:ea typeface="+mn-lt"/>
                <a:cs typeface="+mn-lt"/>
              </a:rPr>
              <a:t>Python </a:t>
            </a:r>
            <a:endParaRPr lang="en-US" sz="2000"/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JSON</a:t>
            </a:r>
            <a:endParaRPr lang="en-US" sz="2000"/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datetime</a:t>
            </a:r>
            <a:endParaRPr lang="en-US" sz="2000"/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abc</a:t>
            </a:r>
            <a:endParaRPr lang="en-US" sz="2000"/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Git</a:t>
            </a:r>
            <a:endParaRPr lang="en-US" sz="2000"/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GitHub</a:t>
            </a:r>
            <a:endParaRPr lang="en-US" sz="2000"/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Git Bash</a:t>
            </a:r>
            <a:endParaRPr lang="en-US" sz="2000"/>
          </a:p>
        </p:txBody>
      </p:sp>
      <p:pic>
        <p:nvPicPr>
          <p:cNvPr id="5" name="Picture 4" descr="Yellow python">
            <a:extLst>
              <a:ext uri="{FF2B5EF4-FFF2-40B4-BE49-F238E27FC236}">
                <a16:creationId xmlns:a16="http://schemas.microsoft.com/office/drawing/2014/main" id="{89307ED7-0EC5-6BC0-2A1A-D14BDDA1AA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061" r="24197" b="7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949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C3AAF1-2295-DE5C-93C6-60F1705B3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PYTHON CONCEPTS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9AD2F7-7BFF-EB1A-32FA-5229511A4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700">
                <a:ea typeface="+mn-lt"/>
                <a:cs typeface="+mn-lt"/>
              </a:rPr>
              <a:t>Variables &amp; Data Types</a:t>
            </a:r>
          </a:p>
          <a:p>
            <a:pPr marL="0" indent="0">
              <a:buNone/>
            </a:pPr>
            <a:r>
              <a:rPr lang="en-US" sz="1700">
                <a:ea typeface="+mn-lt"/>
                <a:cs typeface="+mn-lt"/>
              </a:rPr>
              <a:t> Input &amp; Output Operators </a:t>
            </a:r>
          </a:p>
          <a:p>
            <a:pPr marL="0" indent="0">
              <a:buNone/>
            </a:pPr>
            <a:r>
              <a:rPr lang="en-US" sz="1700">
                <a:ea typeface="+mn-lt"/>
                <a:cs typeface="+mn-lt"/>
              </a:rPr>
              <a:t>Type Casting Conditional Statements</a:t>
            </a:r>
          </a:p>
          <a:p>
            <a:pPr marL="0" indent="0">
              <a:buNone/>
            </a:pPr>
            <a:r>
              <a:rPr lang="en-US" sz="1700">
                <a:ea typeface="+mn-lt"/>
                <a:cs typeface="+mn-lt"/>
              </a:rPr>
              <a:t> Loops&amp; Functions </a:t>
            </a:r>
          </a:p>
          <a:p>
            <a:pPr marL="0" indent="0">
              <a:buNone/>
            </a:pPr>
            <a:r>
              <a:rPr lang="en-US" sz="1700">
                <a:ea typeface="+mn-lt"/>
                <a:cs typeface="+mn-lt"/>
              </a:rPr>
              <a:t>Lists &amp; Dictionaries</a:t>
            </a:r>
          </a:p>
          <a:p>
            <a:pPr marL="0" indent="0">
              <a:buNone/>
            </a:pPr>
            <a:r>
              <a:rPr lang="en-US" sz="1700">
                <a:ea typeface="+mn-lt"/>
                <a:cs typeface="+mn-lt"/>
              </a:rPr>
              <a:t> File Handling&amp; Exception Handling</a:t>
            </a:r>
          </a:p>
          <a:p>
            <a:pPr marL="0" indent="0">
              <a:buNone/>
            </a:pPr>
            <a:r>
              <a:rPr lang="en-US" sz="1700">
                <a:ea typeface="+mn-lt"/>
                <a:cs typeface="+mn-lt"/>
              </a:rPr>
              <a:t> Classes &amp; Objects Constructors</a:t>
            </a:r>
          </a:p>
          <a:p>
            <a:pPr marL="0" indent="0">
              <a:buNone/>
            </a:pPr>
            <a:r>
              <a:rPr lang="en-US" sz="1700">
                <a:ea typeface="+mn-lt"/>
                <a:cs typeface="+mn-lt"/>
              </a:rPr>
              <a:t> Inheritance &amp;Polymorphism </a:t>
            </a:r>
          </a:p>
          <a:p>
            <a:pPr marL="0" indent="0">
              <a:buNone/>
            </a:pPr>
            <a:r>
              <a:rPr lang="en-US" sz="1700">
                <a:ea typeface="+mn-lt"/>
                <a:cs typeface="+mn-lt"/>
              </a:rPr>
              <a:t>Encapsulation &amp;Abstraction</a:t>
            </a:r>
            <a:endParaRPr lang="en-US" sz="1700"/>
          </a:p>
          <a:p>
            <a:endParaRPr lang="en-US" sz="17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90FC8-AF47-EAC0-F475-A0738DF581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41377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855639-DD32-5F36-6025-8BE23D282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4800">
                <a:solidFill>
                  <a:srgbClr val="FFFFFF"/>
                </a:solidFill>
              </a:rPr>
              <a:t>PROJECT WORKFLOW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9BEBF-EE83-EB96-E958-5BFA3A5E0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9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Start</a:t>
            </a:r>
            <a:endParaRPr lang="en-US" sz="19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↓</a:t>
            </a:r>
            <a:endParaRPr lang="en-US" sz="19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Member Details</a:t>
            </a:r>
            <a:endParaRPr lang="en-US" sz="19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↓</a:t>
            </a:r>
            <a:endParaRPr lang="en-US" sz="19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Menu</a:t>
            </a:r>
            <a:endParaRPr lang="en-US" sz="19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↓</a:t>
            </a:r>
            <a:endParaRPr lang="en-US" sz="19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Select Operation</a:t>
            </a:r>
            <a:endParaRPr lang="en-US" sz="19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↓</a:t>
            </a:r>
            <a:endParaRPr lang="en-US" sz="19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Book Management</a:t>
            </a:r>
            <a:endParaRPr lang="en-US" sz="19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↓</a:t>
            </a:r>
            <a:endParaRPr lang="en-US" sz="19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Issue / Return</a:t>
            </a:r>
            <a:endParaRPr lang="en-US" sz="19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↓</a:t>
            </a:r>
            <a:endParaRPr lang="en-US" sz="19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Save / Load</a:t>
            </a:r>
            <a:endParaRPr lang="en-US" sz="19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↓</a:t>
            </a:r>
            <a:endParaRPr lang="en-US" sz="19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Exit</a:t>
            </a:r>
            <a:endParaRPr lang="en-US" sz="190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5845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C87F3-D4DA-E01E-6EF4-5132723F4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>
            <a:normAutofit/>
          </a:bodyPr>
          <a:lstStyle/>
          <a:p>
            <a:r>
              <a:rPr lang="en-US" sz="3200"/>
              <a:t>IMPORTANT CODE</a:t>
            </a:r>
          </a:p>
        </p:txBody>
      </p:sp>
      <p:pic>
        <p:nvPicPr>
          <p:cNvPr id="5" name="Picture 4" descr="Close up of book pages">
            <a:extLst>
              <a:ext uri="{FF2B5EF4-FFF2-40B4-BE49-F238E27FC236}">
                <a16:creationId xmlns:a16="http://schemas.microsoft.com/office/drawing/2014/main" id="{B58B247C-DA6E-DCF4-7B6F-AD579A5E9A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579" r="12089" b="4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BA6B7-D16F-D935-84DA-ABE558AD2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class Book(libraryitem):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    def __init__(self, book_id, title, author, copies, cost):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        self.book_id = book_id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        self.title = title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        self.author = author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        self.__copies = copies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        self.cost = cost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109297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34A83-F17F-88CD-67E1-4800D56C6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454A8F2-595D-9ED6-8403-C895E6F6C5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1321" y="1711701"/>
            <a:ext cx="11041810" cy="513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599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7D015-0DD8-420F-A568-AC4FEDC41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595556-C814-4F1F-B0E5-71812F38A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Colored organizers on shelves">
            <a:extLst>
              <a:ext uri="{FF2B5EF4-FFF2-40B4-BE49-F238E27FC236}">
                <a16:creationId xmlns:a16="http://schemas.microsoft.com/office/drawing/2014/main" id="{F32855A6-7B02-D55A-2974-A08F010CD91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3389" r="-2" b="3313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D2B605-60A2-FD18-BA80-1EAE614FD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4155825" cy="557189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CHALLENGES 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A7D73-1927-E045-9F1A-F4381908C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552" y="557189"/>
            <a:ext cx="6167246" cy="557189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>
                <a:solidFill>
                  <a:srgbClr val="FFFFFF"/>
                </a:solidFill>
                <a:ea typeface="+mn-lt"/>
                <a:cs typeface="+mn-lt"/>
              </a:rPr>
              <a:t>Challenges                </a:t>
            </a:r>
            <a:endParaRPr lang="en-US" sz="2000">
              <a:solidFill>
                <a:srgbClr val="FFFFFF"/>
              </a:solidFill>
            </a:endParaRPr>
          </a:p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Understanding OOP </a:t>
            </a:r>
            <a:endParaRPr lang="en-US" sz="2000">
              <a:solidFill>
                <a:srgbClr val="FFFFFF"/>
              </a:solidFill>
            </a:endParaRPr>
          </a:p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File handling </a:t>
            </a:r>
            <a:endParaRPr lang="en-US" sz="2000">
              <a:solidFill>
                <a:srgbClr val="FFFFFF"/>
              </a:solidFill>
            </a:endParaRPr>
          </a:p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Exception handling </a:t>
            </a:r>
            <a:endParaRPr lang="en-US" sz="2000">
              <a:solidFill>
                <a:srgbClr val="FFFFFF"/>
              </a:solidFill>
            </a:endParaRPr>
          </a:p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Git/GitHub </a:t>
            </a:r>
            <a:endParaRPr lang="en-US" sz="2000">
              <a:solidFill>
                <a:srgbClr val="FFFFFF"/>
              </a:solidFill>
            </a:endParaRPr>
          </a:p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Organizing project files</a:t>
            </a:r>
            <a:endParaRPr lang="en-US" sz="2000">
              <a:solidFill>
                <a:srgbClr val="FFFFFF"/>
              </a:solidFill>
            </a:endParaRPr>
          </a:p>
          <a:p>
            <a:r>
              <a:rPr lang="en-US" sz="2000" b="1">
                <a:solidFill>
                  <a:srgbClr val="FFFFFF"/>
                </a:solidFill>
                <a:ea typeface="+mn-lt"/>
                <a:cs typeface="+mn-lt"/>
              </a:rPr>
              <a:t>Future Improvements</a:t>
            </a:r>
            <a:endParaRPr lang="en-US" sz="2000">
              <a:solidFill>
                <a:srgbClr val="FFFFFF"/>
              </a:solidFill>
            </a:endParaRPr>
          </a:p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GUI </a:t>
            </a:r>
            <a:endParaRPr lang="en-US" sz="2000">
              <a:solidFill>
                <a:srgbClr val="FFFFFF"/>
              </a:solidFill>
            </a:endParaRPr>
          </a:p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Database </a:t>
            </a:r>
            <a:endParaRPr lang="en-US" sz="2000">
              <a:solidFill>
                <a:srgbClr val="FFFFFF"/>
              </a:solidFill>
            </a:endParaRPr>
          </a:p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Login system </a:t>
            </a:r>
            <a:endParaRPr lang="en-US" sz="2000">
              <a:solidFill>
                <a:srgbClr val="FFFFFF"/>
              </a:solidFill>
            </a:endParaRPr>
          </a:p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Online library </a:t>
            </a:r>
            <a:endParaRPr lang="en-US" sz="2000">
              <a:solidFill>
                <a:srgbClr val="FFFFFF"/>
              </a:solidFill>
            </a:endParaRPr>
          </a:p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Reports</a:t>
            </a:r>
            <a:endParaRPr lang="en-US" sz="2000">
              <a:solidFill>
                <a:srgbClr val="FFFFFF"/>
              </a:solidFill>
            </a:endParaRPr>
          </a:p>
          <a:p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7658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B23F7F-02E1-B8A3-20ED-95E7C6139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B25A9-08E0-61CC-F475-37E9B51A5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The project successfully demonstrates the Python concepts learned during the internship and provides a basic computerized solution for library management.</a:t>
            </a:r>
            <a:endParaRPr lang="en-US" sz="2000"/>
          </a:p>
        </p:txBody>
      </p:sp>
      <p:pic>
        <p:nvPicPr>
          <p:cNvPr id="5" name="Picture 4" descr="Person holding mouse">
            <a:extLst>
              <a:ext uri="{FF2B5EF4-FFF2-40B4-BE49-F238E27FC236}">
                <a16:creationId xmlns:a16="http://schemas.microsoft.com/office/drawing/2014/main" id="{B9965710-0E54-4454-4E6D-3E48FF87B0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049" r="20638" b="-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533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A1EBC3-6CEE-B568-C41A-787DC921D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 dirty="0"/>
              <a:t>                            THANK YOU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CCBAE-741A-A552-814B-40C374E2C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200"/>
          </a:p>
          <a:p>
            <a:pPr marL="0" indent="0">
              <a:buNone/>
            </a:pPr>
            <a:endParaRPr lang="en-US" sz="2200"/>
          </a:p>
          <a:p>
            <a:pPr marL="0" indent="0">
              <a:buNone/>
            </a:pPr>
            <a:endParaRPr lang="en-US" sz="2200"/>
          </a:p>
          <a:p>
            <a:pPr marL="0" indent="0">
              <a:buNone/>
            </a:pPr>
            <a:endParaRPr lang="en-US" sz="2200"/>
          </a:p>
          <a:p>
            <a:pPr marL="0" indent="0">
              <a:buNone/>
            </a:pPr>
            <a:r>
              <a:rPr lang="en-US" sz="2200" dirty="0"/>
              <a:t>                                </a:t>
            </a:r>
            <a:endParaRPr lang="en-US" sz="6000" dirty="0">
              <a:latin typeface="Aptos Narrow"/>
              <a:cs typeface="Angsana New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85CA1E-F1C6-4BD8-13F5-81A4A3B36E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509" r="18361" b="-2"/>
          <a:stretch>
            <a:fillRect/>
          </a:stretch>
        </p:blipFill>
        <p:spPr>
          <a:xfrm>
            <a:off x="-11861" y="2074685"/>
            <a:ext cx="11618938" cy="4115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865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SMART LIBRARY MANAGEMENT SYSTEM</vt:lpstr>
      <vt:lpstr>INTRODUCTION </vt:lpstr>
      <vt:lpstr>PROJECT PROBLEM</vt:lpstr>
      <vt:lpstr>OBJECTIVES</vt:lpstr>
      <vt:lpstr>FEATURES</vt:lpstr>
      <vt:lpstr>TECHNOLOGIES USED</vt:lpstr>
      <vt:lpstr>PYTHON CONCEPTS</vt:lpstr>
      <vt:lpstr>PROJECT WORKFLOW</vt:lpstr>
      <vt:lpstr>IMPORTANT CODE</vt:lpstr>
      <vt:lpstr>OUTPUT</vt:lpstr>
      <vt:lpstr>CHALLENGES FUTURE IMPROVEMENTS</vt:lpstr>
      <vt:lpstr>CONCLUSION</vt:lpstr>
      <vt:lpstr>                           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205</cp:revision>
  <dcterms:created xsi:type="dcterms:W3CDTF">2026-09-10T12:14:55Z</dcterms:created>
  <dcterms:modified xsi:type="dcterms:W3CDTF">2026-09-10T13:42:38Z</dcterms:modified>
</cp:coreProperties>
</file>